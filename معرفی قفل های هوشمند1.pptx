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97847"/>
            <a:ext cx="7772400" cy="461009"/>
          </a:xfrm>
          <a:custGeom>
            <a:avLst/>
            <a:gdLst/>
            <a:ahLst/>
            <a:cxnLst/>
            <a:rect l="l" t="t" r="r" b="b"/>
            <a:pathLst>
              <a:path w="7772400" h="461009">
                <a:moveTo>
                  <a:pt x="0" y="460552"/>
                </a:moveTo>
                <a:lnTo>
                  <a:pt x="7772399" y="460552"/>
                </a:lnTo>
                <a:lnTo>
                  <a:pt x="7772399" y="0"/>
                </a:lnTo>
                <a:lnTo>
                  <a:pt x="0" y="0"/>
                </a:lnTo>
                <a:lnTo>
                  <a:pt x="0" y="460552"/>
                </a:lnTo>
                <a:close/>
              </a:path>
            </a:pathLst>
          </a:custGeom>
          <a:solidFill>
            <a:srgbClr val="1617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525" y="0"/>
            <a:ext cx="1352550" cy="592455"/>
          </a:xfrm>
          <a:custGeom>
            <a:avLst/>
            <a:gdLst/>
            <a:ahLst/>
            <a:cxnLst/>
            <a:rect l="l" t="t" r="r" b="b"/>
            <a:pathLst>
              <a:path w="1352550" h="592455">
                <a:moveTo>
                  <a:pt x="1352550" y="0"/>
                </a:moveTo>
                <a:lnTo>
                  <a:pt x="0" y="0"/>
                </a:lnTo>
                <a:lnTo>
                  <a:pt x="0" y="592454"/>
                </a:lnTo>
                <a:lnTo>
                  <a:pt x="1352550" y="592454"/>
                </a:lnTo>
                <a:lnTo>
                  <a:pt x="1352550" y="0"/>
                </a:lnTo>
                <a:close/>
              </a:path>
            </a:pathLst>
          </a:custGeom>
          <a:solidFill>
            <a:srgbClr val="A305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44545" y="810514"/>
            <a:ext cx="2083308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heavy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524231" y="9699542"/>
            <a:ext cx="807720" cy="226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hyperlink" Target="mailto:Shayan138190@gmail.com" TargetMode="External"/><Relationship Id="rId5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72400" cy="10058400"/>
            <a:chOff x="0" y="0"/>
            <a:chExt cx="7772400" cy="10058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772399" cy="1005839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0" y="18411"/>
              <a:ext cx="7740015" cy="100152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059939"/>
              <a:ext cx="6748145" cy="5984875"/>
            </a:xfrm>
            <a:custGeom>
              <a:avLst/>
              <a:gdLst/>
              <a:ahLst/>
              <a:cxnLst/>
              <a:rect l="l" t="t" r="r" b="b"/>
              <a:pathLst>
                <a:path w="6748145" h="5984875">
                  <a:moveTo>
                    <a:pt x="6748145" y="0"/>
                  </a:moveTo>
                  <a:lnTo>
                    <a:pt x="0" y="0"/>
                  </a:lnTo>
                  <a:lnTo>
                    <a:pt x="0" y="5984874"/>
                  </a:lnTo>
                  <a:lnTo>
                    <a:pt x="6748145" y="5984874"/>
                  </a:lnTo>
                  <a:lnTo>
                    <a:pt x="6748145" y="0"/>
                  </a:lnTo>
                  <a:close/>
                </a:path>
              </a:pathLst>
            </a:custGeom>
            <a:solidFill>
              <a:srgbClr val="A3053D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9040" y="2560258"/>
          <a:ext cx="5233035" cy="509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3035"/>
              </a:tblGrid>
              <a:tr h="3679351">
                <a:tc>
                  <a:txBody>
                    <a:bodyPr/>
                    <a:lstStyle/>
                    <a:p>
                      <a:pPr algn="just" marL="193675">
                        <a:lnSpc>
                          <a:spcPts val="5240"/>
                        </a:lnSpc>
                      </a:pPr>
                      <a:r>
                        <a:rPr dirty="0" sz="48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د</a:t>
                      </a:r>
                      <a:r>
                        <a:rPr dirty="0" sz="4800" spc="-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ن</a:t>
                      </a:r>
                      <a:r>
                        <a:rPr dirty="0" sz="48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مشو</a:t>
                      </a:r>
                      <a:r>
                        <a:rPr dirty="0" sz="4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ه</a:t>
                      </a:r>
                      <a:r>
                        <a:rPr dirty="0" sz="4800" spc="-1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8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</a:t>
                      </a:r>
                      <a:r>
                        <a:rPr dirty="0" sz="4800" spc="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ا</a:t>
                      </a:r>
                      <a:r>
                        <a:rPr dirty="0" sz="4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ه</a:t>
                      </a:r>
                      <a:r>
                        <a:rPr dirty="0" sz="48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48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لفق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0">
                        <a:latin typeface="Times New Roman"/>
                        <a:cs typeface="Times New Roman"/>
                      </a:endParaRPr>
                    </a:p>
                    <a:p>
                      <a:pPr algn="just" marL="193675" marR="119380">
                        <a:lnSpc>
                          <a:spcPct val="95700"/>
                        </a:lnSpc>
                      </a:pPr>
                      <a:r>
                        <a:rPr dirty="0" sz="1600" spc="-1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یاهیژولونکت </a:t>
                      </a:r>
                      <a:r>
                        <a:rPr dirty="0" sz="1600" spc="-2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نیرتیلصا</a:t>
                      </a:r>
                      <a:r>
                        <a:rPr dirty="0" sz="1600" spc="-2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زا </a:t>
                      </a:r>
                      <a:r>
                        <a:rPr dirty="0" sz="1600" spc="-3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یکی</a:t>
                      </a:r>
                      <a:r>
                        <a:rPr dirty="0" sz="1600" spc="-3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9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ناونع </a:t>
                      </a:r>
                      <a:r>
                        <a:rPr dirty="0" sz="1600" spc="-2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هب</a:t>
                      </a:r>
                      <a:r>
                        <a:rPr dirty="0" sz="1600" spc="-2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دنمشوه </a:t>
                      </a:r>
                      <a:r>
                        <a:rPr dirty="0" sz="1600" spc="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یاه </a:t>
                      </a:r>
                      <a:r>
                        <a:rPr dirty="0" sz="1600" spc="-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لفق</a:t>
                      </a:r>
                      <a:r>
                        <a:rPr dirty="0" sz="160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،زورما </a:t>
                      </a:r>
                      <a:r>
                        <a:rPr dirty="0" sz="1600" spc="-204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یایند </a:t>
                      </a:r>
                      <a:r>
                        <a:rPr dirty="0" sz="1600" spc="-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14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ساسا </a:t>
                      </a:r>
                      <a:r>
                        <a:rPr dirty="0" sz="1600" spc="-3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رب</a:t>
                      </a:r>
                      <a:r>
                        <a:rPr dirty="0" sz="1600" spc="-29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9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یدرکلمع </a:t>
                      </a:r>
                      <a:r>
                        <a:rPr dirty="0" sz="1600" spc="-1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یاهلفق </a:t>
                      </a:r>
                      <a:r>
                        <a:rPr dirty="0" sz="1600" spc="-204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نیا</a:t>
                      </a:r>
                      <a:r>
                        <a:rPr dirty="0" sz="1600" spc="-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.دنوشیم </a:t>
                      </a:r>
                      <a:r>
                        <a:rPr dirty="0" sz="1600" spc="-2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هتخانش</a:t>
                      </a:r>
                      <a:r>
                        <a:rPr dirty="0" sz="1600" spc="-2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9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تینما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هزوح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رد </a:t>
                      </a:r>
                      <a:r>
                        <a:rPr dirty="0" sz="1600" spc="-1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یدربراک </a:t>
                      </a:r>
                      <a:r>
                        <a:rPr dirty="0" sz="1600" spc="-1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8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ناربراک</a:t>
                      </a:r>
                      <a:r>
                        <a:rPr dirty="0" sz="16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،مزلا</a:t>
                      </a:r>
                      <a:r>
                        <a:rPr dirty="0" sz="160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یاهشزومآ</a:t>
                      </a:r>
                      <a:r>
                        <a:rPr dirty="0" sz="16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کمک</a:t>
                      </a:r>
                      <a:r>
                        <a:rPr dirty="0" sz="16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4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هب</a:t>
                      </a:r>
                      <a:r>
                        <a:rPr dirty="0" sz="1600" spc="-1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و</a:t>
                      </a:r>
                      <a:r>
                        <a:rPr dirty="0" sz="16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دننکیم</a:t>
                      </a:r>
                      <a:r>
                        <a:rPr dirty="0" sz="1600" spc="-254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لمع</a:t>
                      </a:r>
                      <a:r>
                        <a:rPr dirty="0" sz="16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یاهژیو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یژولونکت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193675">
                        <a:lnSpc>
                          <a:spcPts val="1850"/>
                        </a:lnSpc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ن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ن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ک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ه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د</a:t>
                      </a:r>
                      <a:r>
                        <a:rPr dirty="0" sz="16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ا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ف</a:t>
                      </a:r>
                      <a:r>
                        <a:rPr dirty="0" sz="1600" spc="-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ت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س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ا</a:t>
                      </a:r>
                      <a:r>
                        <a:rPr dirty="0" sz="160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ا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ه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ن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آ</a:t>
                      </a:r>
                      <a:r>
                        <a:rPr dirty="0" sz="16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ز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ا</a:t>
                      </a:r>
                      <a:r>
                        <a:rPr dirty="0" sz="160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تح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ا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ر</a:t>
                      </a:r>
                      <a:r>
                        <a:rPr dirty="0" sz="16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ه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ب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دن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ن</a:t>
                      </a:r>
                      <a:r>
                        <a:rPr dirty="0" sz="1600" spc="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ا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و</a:t>
                      </a:r>
                      <a:r>
                        <a:rPr dirty="0" sz="16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ت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یم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3053D"/>
                    </a:solidFill>
                  </a:tcPr>
                </a:tc>
              </a:tr>
              <a:tr h="14105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654300" marR="334010" indent="-2527935">
                        <a:lnSpc>
                          <a:spcPct val="110000"/>
                        </a:lnSpc>
                        <a:tabLst>
                          <a:tab pos="2654300" algn="l"/>
                        </a:tabLst>
                      </a:pPr>
                      <a:r>
                        <a:rPr dirty="0" baseline="6944" sz="1800" spc="-7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Amirshayan</a:t>
                      </a:r>
                      <a:r>
                        <a:rPr dirty="0" baseline="6944" sz="1800" spc="7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baseline="6944" sz="1800" spc="-7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JALILI	</a:t>
                      </a:r>
                      <a:r>
                        <a:rPr dirty="0" u="sng" sz="1400" spc="-5">
                          <a:solidFill>
                            <a:srgbClr val="92C742"/>
                          </a:solidFill>
                          <a:uFill>
                            <a:solidFill>
                              <a:srgbClr val="92C742"/>
                            </a:solidFill>
                          </a:uFill>
                          <a:latin typeface="Microsoft Sans Serif"/>
                          <a:cs typeface="Microsoft Sans Serif"/>
                          <a:hlinkClick r:id="rId4"/>
                        </a:rPr>
                        <a:t>Shayan138190@gmail.com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09101943345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>
                    <a:solidFill>
                      <a:srgbClr val="A3053D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365" y="8499475"/>
            <a:ext cx="1573911" cy="6832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36" y="151892"/>
            <a:ext cx="1701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04948" y="781862"/>
            <a:ext cx="4646295" cy="8379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10535" marR="55880" indent="-113664">
              <a:lnSpc>
                <a:spcPct val="115700"/>
              </a:lnSpc>
              <a:spcBef>
                <a:spcPts val="100"/>
              </a:spcBef>
            </a:pPr>
            <a:r>
              <a:rPr dirty="0" sz="1400" spc="140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46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615">
                <a:solidFill>
                  <a:srgbClr val="13122E"/>
                </a:solidFill>
                <a:latin typeface="Calibri"/>
                <a:cs typeface="Calibri"/>
              </a:rPr>
              <a:t>ف</a:t>
            </a:r>
            <a:r>
              <a:rPr dirty="0" sz="1400" spc="-375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90">
                <a:solidFill>
                  <a:srgbClr val="13122E"/>
                </a:solidFill>
                <a:latin typeface="Calibri"/>
                <a:cs typeface="Calibri"/>
              </a:rPr>
              <a:t>ف</a:t>
            </a:r>
            <a:r>
              <a:rPr dirty="0" baseline="27777" sz="2100" spc="-1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baseline="27777" sz="2100" spc="-7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-204">
                <a:solidFill>
                  <a:srgbClr val="13122E"/>
                </a:solidFill>
                <a:latin typeface="Calibri"/>
                <a:cs typeface="Calibri"/>
              </a:rPr>
              <a:t>ع</a:t>
            </a:r>
            <a:r>
              <a:rPr dirty="0" sz="1400" spc="-40">
                <a:solidFill>
                  <a:srgbClr val="13122E"/>
                </a:solidFill>
                <a:latin typeface="Calibri"/>
                <a:cs typeface="Calibri"/>
              </a:rPr>
              <a:t>م 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9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459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465">
                <a:solidFill>
                  <a:srgbClr val="13122E"/>
                </a:solidFill>
                <a:latin typeface="Calibri"/>
                <a:cs typeface="Calibri"/>
              </a:rPr>
              <a:t>1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495">
                <a:solidFill>
                  <a:srgbClr val="13122E"/>
                </a:solidFill>
                <a:latin typeface="Calibri"/>
                <a:cs typeface="Calibri"/>
              </a:rPr>
              <a:t>فق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80">
                <a:solidFill>
                  <a:srgbClr val="13122E"/>
                </a:solidFill>
                <a:latin typeface="Calibri"/>
                <a:cs typeface="Calibri"/>
              </a:rPr>
              <a:t>ع</a:t>
            </a:r>
            <a:r>
              <a:rPr dirty="0" sz="1400" spc="-8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300">
                <a:solidFill>
                  <a:srgbClr val="13122E"/>
                </a:solidFill>
                <a:latin typeface="Calibri"/>
                <a:cs typeface="Calibri"/>
              </a:rPr>
              <a:t>ن 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9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.2</a:t>
            </a:r>
            <a:endParaRPr sz="1400">
              <a:latin typeface="Calibri"/>
              <a:cs typeface="Calibri"/>
            </a:endParaRPr>
          </a:p>
          <a:p>
            <a:pPr algn="r" marR="55880">
              <a:lnSpc>
                <a:spcPct val="100000"/>
              </a:lnSpc>
              <a:spcBef>
                <a:spcPts val="290"/>
              </a:spcBef>
            </a:pP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 spc="-9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ز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55">
                <a:solidFill>
                  <a:srgbClr val="13122E"/>
                </a:solidFill>
                <a:latin typeface="Calibri"/>
                <a:cs typeface="Calibri"/>
              </a:rPr>
              <a:t>فت</a:t>
            </a:r>
            <a:r>
              <a:rPr dirty="0" sz="1400" spc="-615">
                <a:solidFill>
                  <a:srgbClr val="13122E"/>
                </a:solidFill>
                <a:latin typeface="Calibri"/>
                <a:cs typeface="Calibri"/>
              </a:rPr>
              <a:t>س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6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20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ز</a:t>
            </a:r>
            <a:r>
              <a:rPr dirty="0" sz="1400" spc="-5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0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algn="r" marR="55880">
              <a:lnSpc>
                <a:spcPct val="100000"/>
              </a:lnSpc>
              <a:spcBef>
                <a:spcPts val="290"/>
              </a:spcBef>
            </a:pPr>
            <a:r>
              <a:rPr dirty="0" sz="1400" spc="-620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baseline="-17857" sz="2100" spc="-7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baseline="-17857" sz="2100" spc="-157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baseline="17857" sz="2100" spc="-472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baseline="17857" sz="2100" spc="22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35">
                <a:solidFill>
                  <a:srgbClr val="13122E"/>
                </a:solidFill>
                <a:latin typeface="Calibri"/>
                <a:cs typeface="Calibri"/>
              </a:rPr>
              <a:t>ي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5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70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-130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745">
                <a:solidFill>
                  <a:srgbClr val="13122E"/>
                </a:solidFill>
                <a:latin typeface="Calibri"/>
                <a:cs typeface="Calibri"/>
              </a:rPr>
              <a:t>ک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-5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8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  <a:p>
            <a:pPr algn="r" marL="2571750" marR="55880" indent="615315">
              <a:lnSpc>
                <a:spcPct val="117200"/>
              </a:lnSpc>
            </a:pPr>
            <a:r>
              <a:rPr dirty="0" sz="1400" spc="-45">
                <a:solidFill>
                  <a:srgbClr val="13122E"/>
                </a:solidFill>
                <a:latin typeface="Calibri"/>
                <a:cs typeface="Calibri"/>
              </a:rPr>
              <a:t>؟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254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-210">
                <a:solidFill>
                  <a:srgbClr val="13122E"/>
                </a:solidFill>
                <a:latin typeface="Calibri"/>
                <a:cs typeface="Calibri"/>
              </a:rPr>
              <a:t>ي</a:t>
            </a:r>
            <a:r>
              <a:rPr dirty="0" sz="1400" spc="-500">
                <a:solidFill>
                  <a:srgbClr val="13122E"/>
                </a:solidFill>
                <a:latin typeface="Calibri"/>
                <a:cs typeface="Calibri"/>
              </a:rPr>
              <a:t>لب</a:t>
            </a:r>
            <a:r>
              <a:rPr dirty="0" sz="1400" spc="-13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375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 spc="-5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600">
                <a:solidFill>
                  <a:srgbClr val="13122E"/>
                </a:solidFill>
                <a:latin typeface="Calibri"/>
                <a:cs typeface="Calibri"/>
              </a:rPr>
              <a:t>ي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254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-210">
                <a:solidFill>
                  <a:srgbClr val="13122E"/>
                </a:solidFill>
                <a:latin typeface="Calibri"/>
                <a:cs typeface="Calibri"/>
              </a:rPr>
              <a:t>ي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25">
                <a:solidFill>
                  <a:srgbClr val="13122E"/>
                </a:solidFill>
                <a:latin typeface="Calibri"/>
                <a:cs typeface="Calibri"/>
              </a:rPr>
              <a:t>ما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5  </a:t>
            </a:r>
            <a:r>
              <a:rPr dirty="0" sz="1400" spc="140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FF0000"/>
                </a:solidFill>
                <a:latin typeface="Calibri"/>
                <a:cs typeface="Calibri"/>
              </a:rPr>
              <a:t>ش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FF0000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FF0000"/>
                </a:solidFill>
                <a:latin typeface="Calibri"/>
                <a:cs typeface="Calibri"/>
              </a:rPr>
              <a:t>ق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75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sz="1400" spc="-204">
                <a:solidFill>
                  <a:srgbClr val="FF0000"/>
                </a:solidFill>
                <a:latin typeface="Calibri"/>
                <a:cs typeface="Calibri"/>
              </a:rPr>
              <a:t>ل</a:t>
            </a:r>
            <a:r>
              <a:rPr dirty="0" sz="1400" spc="-6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ح</a:t>
            </a:r>
            <a:r>
              <a:rPr dirty="0" sz="14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2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270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-495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10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6  </a:t>
            </a:r>
            <a:r>
              <a:rPr dirty="0" sz="1400" spc="-70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720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sz="1400" spc="-61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785">
                <a:solidFill>
                  <a:srgbClr val="FF0000"/>
                </a:solidFill>
                <a:latin typeface="Calibri"/>
                <a:cs typeface="Calibri"/>
              </a:rPr>
              <a:t>پ</a:t>
            </a:r>
            <a:r>
              <a:rPr dirty="0" sz="14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785">
                <a:solidFill>
                  <a:srgbClr val="FF0000"/>
                </a:solidFill>
                <a:latin typeface="Calibri"/>
                <a:cs typeface="Calibri"/>
              </a:rPr>
              <a:t>ب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75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sz="1400" spc="-204">
                <a:solidFill>
                  <a:srgbClr val="FF0000"/>
                </a:solidFill>
                <a:latin typeface="Calibri"/>
                <a:cs typeface="Calibri"/>
              </a:rPr>
              <a:t>ل</a:t>
            </a:r>
            <a:r>
              <a:rPr dirty="0" sz="1400" spc="-6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ح</a:t>
            </a:r>
            <a:r>
              <a:rPr dirty="0" sz="14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8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ز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380">
                <a:solidFill>
                  <a:srgbClr val="FF0000"/>
                </a:solidFill>
                <a:latin typeface="Calibri"/>
                <a:cs typeface="Calibri"/>
              </a:rPr>
              <a:t>س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535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-785">
                <a:solidFill>
                  <a:srgbClr val="FF0000"/>
                </a:solidFill>
                <a:latin typeface="Calibri"/>
                <a:cs typeface="Calibri"/>
              </a:rPr>
              <a:t>پ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1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7  </a:t>
            </a:r>
            <a:r>
              <a:rPr dirty="0" sz="1400" spc="140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FF0000"/>
                </a:solidFill>
                <a:latin typeface="Calibri"/>
                <a:cs typeface="Calibri"/>
              </a:rPr>
              <a:t>ش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FF0000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FF0000"/>
                </a:solidFill>
                <a:latin typeface="Calibri"/>
                <a:cs typeface="Calibri"/>
              </a:rPr>
              <a:t>ق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-20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785">
                <a:solidFill>
                  <a:srgbClr val="FF0000"/>
                </a:solidFill>
                <a:latin typeface="Calibri"/>
                <a:cs typeface="Calibri"/>
              </a:rPr>
              <a:t>ب</a:t>
            </a:r>
            <a:r>
              <a:rPr dirty="0" sz="1400" spc="-1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425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114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-61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1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8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Calibri"/>
              <a:cs typeface="Calibri"/>
            </a:endParaRPr>
          </a:p>
          <a:p>
            <a:pPr algn="r" marR="283210">
              <a:lnSpc>
                <a:spcPct val="100000"/>
              </a:lnSpc>
            </a:pPr>
            <a:r>
              <a:rPr dirty="0" sz="1200" spc="-100">
                <a:solidFill>
                  <a:srgbClr val="13122E"/>
                </a:solidFill>
                <a:latin typeface="Calibri"/>
                <a:cs typeface="Calibri"/>
              </a:rPr>
              <a:t>”دنمشوه</a:t>
            </a:r>
            <a:r>
              <a:rPr dirty="0" sz="1200" spc="-2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3122E"/>
                </a:solidFill>
                <a:latin typeface="Calibri"/>
                <a:cs typeface="Calibri"/>
              </a:rPr>
              <a:t>یاهلفق</a:t>
            </a:r>
            <a:r>
              <a:rPr dirty="0" sz="12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145">
                <a:solidFill>
                  <a:srgbClr val="13122E"/>
                </a:solidFill>
                <a:latin typeface="Calibri"/>
                <a:cs typeface="Calibri"/>
              </a:rPr>
              <a:t>تینما</a:t>
            </a:r>
            <a:r>
              <a:rPr dirty="0" sz="12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3122E"/>
                </a:solidFill>
                <a:latin typeface="Calibri"/>
                <a:cs typeface="Calibri"/>
              </a:rPr>
              <a:t>یارب</a:t>
            </a:r>
            <a:r>
              <a:rPr dirty="0" sz="12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3122E"/>
                </a:solidFill>
                <a:latin typeface="Calibri"/>
                <a:cs typeface="Calibri"/>
              </a:rPr>
              <a:t>یدیدج</a:t>
            </a:r>
            <a:r>
              <a:rPr dirty="0" sz="1200" spc="-3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215">
                <a:solidFill>
                  <a:srgbClr val="13122E"/>
                </a:solidFill>
                <a:latin typeface="Calibri"/>
                <a:cs typeface="Calibri"/>
              </a:rPr>
              <a:t>درکیور</a:t>
            </a:r>
            <a:r>
              <a:rPr dirty="0" sz="12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baseline="4629" sz="1800" spc="-322">
                <a:solidFill>
                  <a:srgbClr val="13122E"/>
                </a:solidFill>
                <a:latin typeface="Calibri"/>
                <a:cs typeface="Calibri"/>
              </a:rPr>
              <a:t>:</a:t>
            </a:r>
            <a:r>
              <a:rPr dirty="0" sz="1200" spc="-215">
                <a:solidFill>
                  <a:srgbClr val="13122E"/>
                </a:solidFill>
                <a:latin typeface="Calibri"/>
                <a:cs typeface="Calibri"/>
              </a:rPr>
              <a:t>یراتفر</a:t>
            </a:r>
            <a:r>
              <a:rPr dirty="0" sz="12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185">
                <a:solidFill>
                  <a:srgbClr val="13122E"/>
                </a:solidFill>
                <a:latin typeface="Calibri"/>
                <a:cs typeface="Calibri"/>
              </a:rPr>
              <a:t>یوگلا</a:t>
            </a:r>
            <a:r>
              <a:rPr dirty="0" sz="12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3122E"/>
                </a:solidFill>
                <a:latin typeface="Calibri"/>
                <a:cs typeface="Calibri"/>
              </a:rPr>
              <a:t>صیخشت</a:t>
            </a:r>
            <a:r>
              <a:rPr dirty="0" sz="1200" spc="-2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3122E"/>
                </a:solidFill>
                <a:latin typeface="Calibri"/>
                <a:cs typeface="Calibri"/>
              </a:rPr>
              <a:t>یژولونکت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“</a:t>
            </a:r>
            <a:r>
              <a:rPr dirty="0" sz="1200" spc="114">
                <a:solidFill>
                  <a:srgbClr val="161717"/>
                </a:solidFill>
                <a:latin typeface="Calibri"/>
                <a:cs typeface="Calibri"/>
              </a:rPr>
              <a:t>  </a:t>
            </a:r>
            <a:r>
              <a:rPr dirty="0" sz="1200" spc="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Symbol"/>
                <a:cs typeface="Symbol"/>
              </a:rPr>
              <a:t></a:t>
            </a:r>
            <a:endParaRPr sz="1400">
              <a:latin typeface="Symbol"/>
              <a:cs typeface="Symbol"/>
            </a:endParaRPr>
          </a:p>
          <a:p>
            <a:pPr algn="r" marR="283210">
              <a:lnSpc>
                <a:spcPct val="100000"/>
              </a:lnSpc>
              <a:spcBef>
                <a:spcPts val="45"/>
              </a:spcBef>
            </a:pPr>
            <a:r>
              <a:rPr dirty="0" sz="1200" spc="-55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200" spc="5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200" spc="-630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200" spc="-49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200" spc="5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200" spc="-670">
                <a:solidFill>
                  <a:srgbClr val="13122E"/>
                </a:solidFill>
                <a:latin typeface="Calibri"/>
                <a:cs typeface="Calibri"/>
              </a:rPr>
              <a:t>پ</a:t>
            </a:r>
            <a:r>
              <a:rPr dirty="0" sz="1200" spc="-1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3122E"/>
                </a:solidFill>
                <a:latin typeface="Calibri"/>
                <a:cs typeface="Calibri"/>
              </a:rPr>
              <a:t>رد</a:t>
            </a:r>
            <a:r>
              <a:rPr dirty="0" sz="12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200" spc="35">
                <a:solidFill>
                  <a:srgbClr val="13122E"/>
                </a:solidFill>
                <a:latin typeface="Calibri"/>
                <a:cs typeface="Calibri"/>
              </a:rPr>
              <a:t>ز</a:t>
            </a:r>
            <a:r>
              <a:rPr dirty="0" sz="12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200" spc="-325">
                <a:solidFill>
                  <a:srgbClr val="13122E"/>
                </a:solidFill>
                <a:latin typeface="Calibri"/>
                <a:cs typeface="Calibri"/>
              </a:rPr>
              <a:t>س</a:t>
            </a:r>
            <a:r>
              <a:rPr dirty="0" sz="1200" spc="-2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200" spc="-35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200" spc="-1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200" spc="5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200" spc="-47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200" spc="-670">
                <a:solidFill>
                  <a:srgbClr val="13122E"/>
                </a:solidFill>
                <a:latin typeface="Calibri"/>
                <a:cs typeface="Calibri"/>
              </a:rPr>
              <a:t>پ</a:t>
            </a:r>
            <a:r>
              <a:rPr dirty="0" sz="1200">
                <a:solidFill>
                  <a:srgbClr val="13122E"/>
                </a:solidFill>
                <a:latin typeface="Calibri"/>
                <a:cs typeface="Calibri"/>
              </a:rPr>
              <a:t>   </a:t>
            </a:r>
            <a:r>
              <a:rPr dirty="0" sz="1200" spc="7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Symbol"/>
                <a:cs typeface="Symbol"/>
              </a:rPr>
              <a:t></a:t>
            </a:r>
            <a:endParaRPr sz="1400">
              <a:latin typeface="Symbol"/>
              <a:cs typeface="Symbol"/>
            </a:endParaRPr>
          </a:p>
          <a:p>
            <a:pPr algn="r" marL="1607820" marR="55880" indent="1371600">
              <a:lnSpc>
                <a:spcPct val="115700"/>
              </a:lnSpc>
              <a:spcBef>
                <a:spcPts val="1110"/>
              </a:spcBef>
            </a:pPr>
            <a:r>
              <a:rPr dirty="0" sz="1100" spc="10">
                <a:solidFill>
                  <a:srgbClr val="FF0000"/>
                </a:solidFill>
                <a:latin typeface="Calibri"/>
                <a:cs typeface="Calibri"/>
              </a:rPr>
              <a:t>لودج</a:t>
            </a:r>
            <a:r>
              <a:rPr dirty="0" sz="11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percept-action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.9 </a:t>
            </a:r>
            <a:r>
              <a:rPr dirty="0" sz="1400" spc="-30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8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ز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80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434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20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-1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280">
                <a:solidFill>
                  <a:srgbClr val="13122E"/>
                </a:solidFill>
                <a:latin typeface="Calibri"/>
                <a:cs typeface="Calibri"/>
              </a:rPr>
              <a:t>بص</a:t>
            </a:r>
            <a:r>
              <a:rPr dirty="0" sz="1400" spc="-165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6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ـ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550">
                <a:solidFill>
                  <a:srgbClr val="13122E"/>
                </a:solidFill>
                <a:latin typeface="Calibri"/>
                <a:cs typeface="Calibri"/>
              </a:rPr>
              <a:t>شي</a:t>
            </a:r>
            <a:r>
              <a:rPr dirty="0" sz="1400" spc="-540">
                <a:solidFill>
                  <a:srgbClr val="13122E"/>
                </a:solidFill>
                <a:latin typeface="Calibri"/>
                <a:cs typeface="Calibri"/>
              </a:rPr>
              <a:t>پ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10</a:t>
            </a:r>
            <a:endParaRPr sz="1400">
              <a:latin typeface="Calibri"/>
              <a:cs typeface="Calibri"/>
            </a:endParaRPr>
          </a:p>
          <a:p>
            <a:pPr algn="r" marL="2052955" marR="56515" indent="734695">
              <a:lnSpc>
                <a:spcPct val="117200"/>
              </a:lnSpc>
            </a:pP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55">
                <a:solidFill>
                  <a:srgbClr val="13122E"/>
                </a:solidFill>
                <a:latin typeface="Calibri"/>
                <a:cs typeface="Calibri"/>
              </a:rPr>
              <a:t>فت</a:t>
            </a:r>
            <a:r>
              <a:rPr dirty="0" sz="1400" spc="-615">
                <a:solidFill>
                  <a:srgbClr val="13122E"/>
                </a:solidFill>
                <a:latin typeface="Calibri"/>
                <a:cs typeface="Calibri"/>
              </a:rPr>
              <a:t>س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3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8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4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11  </a:t>
            </a:r>
            <a:r>
              <a:rPr dirty="0" sz="1400" spc="140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254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-2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25">
                <a:solidFill>
                  <a:srgbClr val="13122E"/>
                </a:solidFill>
                <a:latin typeface="Calibri"/>
                <a:cs typeface="Calibri"/>
              </a:rPr>
              <a:t>ما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70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375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3122E"/>
                </a:solidFill>
                <a:latin typeface="Calibri"/>
                <a:cs typeface="Calibri"/>
              </a:rPr>
              <a:t>ط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قن</a:t>
            </a:r>
            <a:r>
              <a:rPr dirty="0" sz="1400" spc="-1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د.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12  </a:t>
            </a:r>
            <a:r>
              <a:rPr dirty="0" sz="1400" spc="120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46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5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615">
                <a:solidFill>
                  <a:srgbClr val="13122E"/>
                </a:solidFill>
                <a:latin typeface="Calibri"/>
                <a:cs typeface="Calibri"/>
              </a:rPr>
              <a:t>ف</a:t>
            </a:r>
            <a:r>
              <a:rPr dirty="0" sz="1400" spc="-375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90">
                <a:solidFill>
                  <a:srgbClr val="13122E"/>
                </a:solidFill>
                <a:latin typeface="Calibri"/>
                <a:cs typeface="Calibri"/>
              </a:rPr>
              <a:t>ف</a:t>
            </a:r>
            <a:r>
              <a:rPr dirty="0" baseline="27777" sz="2100" spc="-1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baseline="27777" sz="2100" spc="-7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395">
                <a:solidFill>
                  <a:srgbClr val="13122E"/>
                </a:solidFill>
                <a:latin typeface="Calibri"/>
                <a:cs typeface="Calibri"/>
              </a:rPr>
              <a:t>ض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75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-5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409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795">
                <a:solidFill>
                  <a:srgbClr val="13122E"/>
                </a:solidFill>
                <a:latin typeface="Calibri"/>
                <a:cs typeface="Calibri"/>
              </a:rPr>
              <a:t>ب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365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13</a:t>
            </a:r>
            <a:endParaRPr sz="1400">
              <a:latin typeface="Calibri"/>
              <a:cs typeface="Calibri"/>
            </a:endParaRPr>
          </a:p>
          <a:p>
            <a:pPr algn="r" marR="56515">
              <a:lnSpc>
                <a:spcPct val="100000"/>
              </a:lnSpc>
              <a:spcBef>
                <a:spcPts val="285"/>
              </a:spcBef>
            </a:pP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0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 spc="-1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0">
                <a:solidFill>
                  <a:srgbClr val="13122E"/>
                </a:solidFill>
                <a:latin typeface="Calibri"/>
                <a:cs typeface="Calibri"/>
              </a:rPr>
              <a:t>ز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55">
                <a:solidFill>
                  <a:srgbClr val="13122E"/>
                </a:solidFill>
                <a:latin typeface="Calibri"/>
                <a:cs typeface="Calibri"/>
              </a:rPr>
              <a:t>فت</a:t>
            </a:r>
            <a:r>
              <a:rPr dirty="0" sz="1400" spc="-615">
                <a:solidFill>
                  <a:srgbClr val="13122E"/>
                </a:solidFill>
                <a:latin typeface="Calibri"/>
                <a:cs typeface="Calibri"/>
              </a:rPr>
              <a:t>س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0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3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75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خ</a:t>
            </a:r>
            <a:r>
              <a:rPr dirty="0" sz="1400" spc="-9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1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5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745">
                <a:solidFill>
                  <a:srgbClr val="13122E"/>
                </a:solidFill>
                <a:latin typeface="Calibri"/>
                <a:cs typeface="Calibri"/>
              </a:rPr>
              <a:t>ک</a:t>
            </a:r>
            <a:r>
              <a:rPr dirty="0" sz="1400" spc="-395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14</a:t>
            </a:r>
            <a:endParaRPr sz="1400">
              <a:latin typeface="Calibri"/>
              <a:cs typeface="Calibri"/>
            </a:endParaRPr>
          </a:p>
          <a:p>
            <a:pPr algn="r" marL="2235835" marR="56515" indent="673735">
              <a:lnSpc>
                <a:spcPct val="117100"/>
              </a:lnSpc>
            </a:pPr>
            <a:r>
              <a:rPr dirty="0" sz="1400" spc="1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20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ز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785">
                <a:solidFill>
                  <a:srgbClr val="FF0000"/>
                </a:solidFill>
                <a:latin typeface="Calibri"/>
                <a:cs typeface="Calibri"/>
              </a:rPr>
              <a:t>ب</a:t>
            </a:r>
            <a:r>
              <a:rPr dirty="0"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114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FF0000"/>
                </a:solidFill>
                <a:latin typeface="Calibri"/>
                <a:cs typeface="Calibri"/>
              </a:rPr>
              <a:t>ش</a:t>
            </a:r>
            <a:r>
              <a:rPr dirty="0" sz="1400" spc="8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65">
                <a:solidFill>
                  <a:srgbClr val="FF0000"/>
                </a:solidFill>
                <a:latin typeface="Calibri"/>
                <a:cs typeface="Calibri"/>
              </a:rPr>
              <a:t>ل</a:t>
            </a:r>
            <a:r>
              <a:rPr dirty="0" sz="1400" spc="-495">
                <a:solidFill>
                  <a:srgbClr val="FF0000"/>
                </a:solidFill>
                <a:latin typeface="Calibri"/>
                <a:cs typeface="Calibri"/>
              </a:rPr>
              <a:t>فق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25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sz="1400" spc="-75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1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985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780">
                <a:solidFill>
                  <a:srgbClr val="FF0000"/>
                </a:solidFill>
                <a:latin typeface="Calibri"/>
                <a:cs typeface="Calibri"/>
              </a:rPr>
              <a:t>ب</a:t>
            </a:r>
            <a:r>
              <a:rPr dirty="0" sz="1400" spc="25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15  </a:t>
            </a:r>
            <a:r>
              <a:rPr dirty="0" sz="1400" spc="140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495">
                <a:solidFill>
                  <a:srgbClr val="13122E"/>
                </a:solidFill>
                <a:latin typeface="Calibri"/>
                <a:cs typeface="Calibri"/>
              </a:rPr>
              <a:t>فق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3122E"/>
                </a:solidFill>
                <a:latin typeface="Calibri"/>
                <a:cs typeface="Calibri"/>
              </a:rPr>
              <a:t>ب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340">
                <a:solidFill>
                  <a:srgbClr val="13122E"/>
                </a:solidFill>
                <a:latin typeface="Calibri"/>
                <a:cs typeface="Calibri"/>
              </a:rPr>
              <a:t>ختن</a:t>
            </a:r>
            <a:r>
              <a:rPr dirty="0" sz="1400" spc="-10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40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210">
                <a:solidFill>
                  <a:srgbClr val="13122E"/>
                </a:solidFill>
                <a:latin typeface="Calibri"/>
                <a:cs typeface="Calibri"/>
              </a:rPr>
              <a:t>ع</a:t>
            </a:r>
            <a:r>
              <a:rPr dirty="0" sz="1400" spc="-2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16</a:t>
            </a:r>
            <a:endParaRPr sz="1400">
              <a:latin typeface="Calibri"/>
              <a:cs typeface="Calibri"/>
            </a:endParaRPr>
          </a:p>
          <a:p>
            <a:pPr algn="r" marL="2165985" marR="56515" indent="1029969">
              <a:lnSpc>
                <a:spcPct val="116500"/>
              </a:lnSpc>
              <a:spcBef>
                <a:spcPts val="15"/>
              </a:spcBef>
            </a:pP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20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ز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785">
                <a:solidFill>
                  <a:srgbClr val="FF0000"/>
                </a:solidFill>
                <a:latin typeface="Calibri"/>
                <a:cs typeface="Calibri"/>
              </a:rPr>
              <a:t>ب</a:t>
            </a:r>
            <a:r>
              <a:rPr dirty="0" sz="1400" spc="-1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985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785">
                <a:solidFill>
                  <a:srgbClr val="FF0000"/>
                </a:solidFill>
                <a:latin typeface="Calibri"/>
                <a:cs typeface="Calibri"/>
              </a:rPr>
              <a:t>ب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75">
                <a:solidFill>
                  <a:srgbClr val="FF0000"/>
                </a:solidFill>
                <a:latin typeface="Calibri"/>
                <a:cs typeface="Calibri"/>
              </a:rPr>
              <a:t>ل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204">
                <a:solidFill>
                  <a:srgbClr val="FF0000"/>
                </a:solidFill>
                <a:latin typeface="Calibri"/>
                <a:cs typeface="Calibri"/>
              </a:rPr>
              <a:t>ص</a:t>
            </a:r>
            <a:r>
              <a:rPr dirty="0" sz="1400" spc="-100">
                <a:solidFill>
                  <a:srgbClr val="FF0000"/>
                </a:solidFill>
                <a:latin typeface="Calibri"/>
                <a:cs typeface="Calibri"/>
              </a:rPr>
              <a:t>ح</a:t>
            </a:r>
            <a:r>
              <a:rPr dirty="0" sz="1400" spc="-50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r>
              <a:rPr dirty="0" sz="1400" spc="25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17  </a:t>
            </a:r>
            <a:r>
              <a:rPr dirty="0" sz="1400" spc="75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-625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430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baseline="23809" sz="2100" spc="-472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baseline="23809" sz="2100" spc="-157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6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0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785">
                <a:solidFill>
                  <a:srgbClr val="13122E"/>
                </a:solidFill>
                <a:latin typeface="Calibri"/>
                <a:cs typeface="Calibri"/>
              </a:rPr>
              <a:t>ب</a:t>
            </a:r>
            <a:r>
              <a:rPr dirty="0" sz="1400" spc="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40">
                <a:solidFill>
                  <a:srgbClr val="13122E"/>
                </a:solidFill>
                <a:latin typeface="Calibri"/>
                <a:cs typeface="Calibri"/>
              </a:rPr>
              <a:t>سی</a:t>
            </a:r>
            <a:r>
              <a:rPr dirty="0" sz="1400" spc="-430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baseline="23809" sz="2100" spc="-472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baseline="23809" sz="2100" spc="-157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95">
                <a:solidFill>
                  <a:srgbClr val="13122E"/>
                </a:solidFill>
                <a:latin typeface="Calibri"/>
                <a:cs typeface="Calibri"/>
              </a:rPr>
              <a:t>س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2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20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46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5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615">
                <a:solidFill>
                  <a:srgbClr val="13122E"/>
                </a:solidFill>
                <a:latin typeface="Calibri"/>
                <a:cs typeface="Calibri"/>
              </a:rPr>
              <a:t>ف</a:t>
            </a:r>
            <a:r>
              <a:rPr dirty="0" sz="1400" spc="-365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18  </a:t>
            </a:r>
            <a:r>
              <a:rPr dirty="0" sz="1400" spc="95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-5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25">
                <a:solidFill>
                  <a:srgbClr val="13122E"/>
                </a:solidFill>
                <a:latin typeface="Calibri"/>
                <a:cs typeface="Calibri"/>
              </a:rPr>
              <a:t>ما</a:t>
            </a:r>
            <a:r>
              <a:rPr dirty="0" sz="1400" spc="-10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3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لف</a:t>
            </a:r>
            <a:r>
              <a:rPr dirty="0" sz="1400" spc="-270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19</a:t>
            </a:r>
            <a:endParaRPr sz="1400">
              <a:latin typeface="Calibri"/>
              <a:cs typeface="Calibri"/>
            </a:endParaRPr>
          </a:p>
          <a:p>
            <a:pPr algn="r" marR="5651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dirty="0" sz="1800" spc="1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dirty="0" sz="1800" spc="-15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dirty="0" sz="1800" spc="-20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420">
                <a:solidFill>
                  <a:srgbClr val="FF0000"/>
                </a:solidFill>
                <a:latin typeface="Calibri"/>
                <a:cs typeface="Calibri"/>
              </a:rPr>
              <a:t>صت</a:t>
            </a:r>
            <a:r>
              <a:rPr dirty="0" sz="1400" spc="-265">
                <a:solidFill>
                  <a:srgbClr val="FF0000"/>
                </a:solidFill>
                <a:latin typeface="Calibri"/>
                <a:cs typeface="Calibri"/>
              </a:rPr>
              <a:t>خ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360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sz="1400" spc="-210">
                <a:solidFill>
                  <a:srgbClr val="FF0000"/>
                </a:solidFill>
                <a:latin typeface="Calibri"/>
                <a:cs typeface="Calibri"/>
              </a:rPr>
              <a:t>ع</a:t>
            </a:r>
            <a:r>
              <a:rPr dirty="0" sz="1400" spc="-45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25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20</a:t>
            </a:r>
            <a:endParaRPr sz="1400">
              <a:latin typeface="Calibri"/>
              <a:cs typeface="Calibri"/>
            </a:endParaRPr>
          </a:p>
          <a:p>
            <a:pPr algn="r" marR="284480">
              <a:lnSpc>
                <a:spcPct val="100000"/>
              </a:lnSpc>
              <a:spcBef>
                <a:spcPts val="400"/>
              </a:spcBef>
            </a:pP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 spc="-9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55">
                <a:solidFill>
                  <a:srgbClr val="13122E"/>
                </a:solidFill>
                <a:latin typeface="Calibri"/>
                <a:cs typeface="Calibri"/>
              </a:rPr>
              <a:t>فت</a:t>
            </a:r>
            <a:r>
              <a:rPr dirty="0" sz="1400" spc="-615">
                <a:solidFill>
                  <a:srgbClr val="13122E"/>
                </a:solidFill>
                <a:latin typeface="Calibri"/>
                <a:cs typeface="Calibri"/>
              </a:rPr>
              <a:t>س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-8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5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10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ز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لیمع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720">
                <a:solidFill>
                  <a:srgbClr val="13122E"/>
                </a:solidFill>
                <a:latin typeface="Calibri"/>
                <a:cs typeface="Calibri"/>
              </a:rPr>
              <a:t>ث</a:t>
            </a:r>
            <a:r>
              <a:rPr dirty="0" sz="1400" spc="-5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  </a:t>
            </a:r>
            <a:r>
              <a:rPr dirty="0" sz="1400" spc="5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Times New Roman"/>
                <a:cs typeface="Times New Roman"/>
              </a:rPr>
              <a:t>•</a:t>
            </a:r>
            <a:endParaRPr sz="1400">
              <a:latin typeface="Times New Roman"/>
              <a:cs typeface="Times New Roman"/>
            </a:endParaRPr>
          </a:p>
          <a:p>
            <a:pPr algn="r" marL="1623060" marR="56515" indent="-1183005">
              <a:lnSpc>
                <a:spcPts val="1970"/>
              </a:lnSpc>
              <a:spcBef>
                <a:spcPts val="90"/>
              </a:spcBef>
            </a:pP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495">
                <a:solidFill>
                  <a:srgbClr val="13122E"/>
                </a:solidFill>
                <a:latin typeface="Calibri"/>
                <a:cs typeface="Calibri"/>
              </a:rPr>
              <a:t>فق</a:t>
            </a:r>
            <a:r>
              <a:rPr dirty="0" sz="1400" spc="-1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28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434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21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915">
                <a:solidFill>
                  <a:srgbClr val="13122E"/>
                </a:solidFill>
                <a:latin typeface="Calibri"/>
                <a:cs typeface="Calibri"/>
              </a:rPr>
              <a:t>گ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425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8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ج</a:t>
            </a:r>
            <a:r>
              <a:rPr dirty="0" sz="1400" spc="-9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0">
                <a:solidFill>
                  <a:srgbClr val="13122E"/>
                </a:solidFill>
                <a:latin typeface="Calibri"/>
                <a:cs typeface="Calibri"/>
              </a:rPr>
              <a:t>تس</a:t>
            </a:r>
            <a:r>
              <a:rPr dirty="0" sz="1400" spc="-65">
                <a:solidFill>
                  <a:srgbClr val="13122E"/>
                </a:solidFill>
                <a:latin typeface="Calibri"/>
                <a:cs typeface="Calibri"/>
              </a:rPr>
              <a:t>ج</a:t>
            </a:r>
            <a:r>
              <a:rPr dirty="0" sz="1400" spc="-2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 spc="-1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4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21  </a:t>
            </a: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ش</a:t>
            </a:r>
            <a:r>
              <a:rPr dirty="0" sz="1400" spc="8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30">
                <a:solidFill>
                  <a:srgbClr val="13122E"/>
                </a:solidFill>
                <a:latin typeface="Calibri"/>
                <a:cs typeface="Calibri"/>
              </a:rPr>
              <a:t>لف</a:t>
            </a:r>
            <a:r>
              <a:rPr dirty="0" sz="1400" spc="-290">
                <a:solidFill>
                  <a:srgbClr val="13122E"/>
                </a:solidFill>
                <a:latin typeface="Calibri"/>
                <a:cs typeface="Calibri"/>
              </a:rPr>
              <a:t>ق</a:t>
            </a:r>
            <a:r>
              <a:rPr dirty="0" sz="1400" spc="-9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95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-6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75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114">
                <a:solidFill>
                  <a:srgbClr val="13122E"/>
                </a:solidFill>
                <a:latin typeface="Calibri"/>
                <a:cs typeface="Calibri"/>
              </a:rPr>
              <a:t>د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ح</a:t>
            </a:r>
            <a:r>
              <a:rPr dirty="0" sz="140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2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85">
                <a:solidFill>
                  <a:srgbClr val="13122E"/>
                </a:solidFill>
                <a:latin typeface="Calibri"/>
                <a:cs typeface="Calibri"/>
              </a:rPr>
              <a:t>ض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254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315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245">
                <a:solidFill>
                  <a:srgbClr val="13122E"/>
                </a:solidFill>
                <a:latin typeface="Calibri"/>
                <a:cs typeface="Calibri"/>
              </a:rPr>
              <a:t>س</a:t>
            </a:r>
            <a:r>
              <a:rPr dirty="0" sz="1400" spc="-100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22  </a:t>
            </a:r>
            <a:r>
              <a:rPr dirty="0" sz="1400" spc="-305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-459">
                <a:solidFill>
                  <a:srgbClr val="FF0000"/>
                </a:solidFill>
                <a:latin typeface="Calibri"/>
                <a:cs typeface="Calibri"/>
              </a:rPr>
              <a:t>ل</a:t>
            </a:r>
            <a:r>
              <a:rPr dirty="0" sz="1400" spc="6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325">
                <a:solidFill>
                  <a:srgbClr val="FF0000"/>
                </a:solidFill>
                <a:latin typeface="Calibri"/>
                <a:cs typeface="Calibri"/>
              </a:rPr>
              <a:t>س</a:t>
            </a:r>
            <a:r>
              <a:rPr dirty="0" sz="1400" spc="-50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80">
                <a:solidFill>
                  <a:srgbClr val="FF0000"/>
                </a:solidFill>
                <a:latin typeface="Calibri"/>
                <a:cs typeface="Calibri"/>
              </a:rPr>
              <a:t>ع</a:t>
            </a:r>
            <a:r>
              <a:rPr dirty="0" sz="1400" spc="-8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85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434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305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-434">
                <a:solidFill>
                  <a:srgbClr val="FF0000"/>
                </a:solidFill>
                <a:latin typeface="Calibri"/>
                <a:cs typeface="Calibri"/>
              </a:rPr>
              <a:t>ل</a:t>
            </a:r>
            <a:r>
              <a:rPr dirty="0" sz="1400" spc="6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325">
                <a:solidFill>
                  <a:srgbClr val="FF0000"/>
                </a:solidFill>
                <a:latin typeface="Calibri"/>
                <a:cs typeface="Calibri"/>
              </a:rPr>
              <a:t>س</a:t>
            </a:r>
            <a:r>
              <a:rPr dirty="0" sz="1400" spc="-50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FF0000"/>
                </a:solidFill>
                <a:latin typeface="Calibri"/>
                <a:cs typeface="Calibri"/>
              </a:rPr>
              <a:t>ل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ح</a:t>
            </a:r>
            <a:r>
              <a:rPr dirty="0" sz="1400" spc="-9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785">
                <a:solidFill>
                  <a:srgbClr val="FF0000"/>
                </a:solidFill>
                <a:latin typeface="Calibri"/>
                <a:cs typeface="Calibri"/>
              </a:rPr>
              <a:t>ب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baseline="17857" sz="2100" spc="-15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baseline="17857" sz="2100" spc="22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720">
                <a:solidFill>
                  <a:srgbClr val="FF0000"/>
                </a:solidFill>
                <a:latin typeface="Calibri"/>
                <a:cs typeface="Calibri"/>
              </a:rPr>
              <a:t>تب</a:t>
            </a:r>
            <a:r>
              <a:rPr dirty="0" sz="1400" spc="-50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FF0000"/>
                </a:solidFill>
                <a:latin typeface="Calibri"/>
                <a:cs typeface="Calibri"/>
              </a:rPr>
              <a:t>ل</a:t>
            </a:r>
            <a:r>
              <a:rPr dirty="0" sz="1400" spc="-55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6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150">
                <a:solidFill>
                  <a:srgbClr val="FF0000"/>
                </a:solidFill>
                <a:latin typeface="Calibri"/>
                <a:cs typeface="Calibri"/>
              </a:rPr>
              <a:t>ع</a:t>
            </a:r>
            <a:r>
              <a:rPr dirty="0" sz="1400" spc="25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23</a:t>
            </a:r>
            <a:endParaRPr sz="1400">
              <a:latin typeface="Calibri"/>
              <a:cs typeface="Calibri"/>
            </a:endParaRPr>
          </a:p>
          <a:p>
            <a:pPr algn="r" marR="56515">
              <a:lnSpc>
                <a:spcPct val="100000"/>
              </a:lnSpc>
              <a:spcBef>
                <a:spcPts val="170"/>
              </a:spcBef>
            </a:pPr>
            <a:r>
              <a:rPr dirty="0" sz="1400" spc="-285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300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-10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185">
                <a:solidFill>
                  <a:srgbClr val="13122E"/>
                </a:solidFill>
                <a:latin typeface="Calibri"/>
                <a:cs typeface="Calibri"/>
              </a:rPr>
              <a:t>سم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8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ز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380">
                <a:solidFill>
                  <a:srgbClr val="13122E"/>
                </a:solidFill>
                <a:latin typeface="Calibri"/>
                <a:cs typeface="Calibri"/>
              </a:rPr>
              <a:t>س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31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-530">
                <a:solidFill>
                  <a:srgbClr val="13122E"/>
                </a:solidFill>
                <a:latin typeface="Calibri"/>
                <a:cs typeface="Calibri"/>
              </a:rPr>
              <a:t>ل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245">
                <a:solidFill>
                  <a:srgbClr val="13122E"/>
                </a:solidFill>
                <a:latin typeface="Calibri"/>
                <a:cs typeface="Calibri"/>
              </a:rPr>
              <a:t>م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ر</a:t>
            </a:r>
            <a:r>
              <a:rPr dirty="0" sz="1400" spc="-690">
                <a:solidFill>
                  <a:srgbClr val="13122E"/>
                </a:solidFill>
                <a:latin typeface="Calibri"/>
                <a:cs typeface="Calibri"/>
              </a:rPr>
              <a:t>ف</a:t>
            </a:r>
            <a:r>
              <a:rPr dirty="0" sz="1400" spc="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baseline="3968" sz="2100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24</a:t>
            </a:r>
            <a:endParaRPr sz="1400">
              <a:latin typeface="Calibri"/>
              <a:cs typeface="Calibri"/>
            </a:endParaRPr>
          </a:p>
          <a:p>
            <a:pPr algn="r" marL="2479675" marR="56515" indent="267970">
              <a:lnSpc>
                <a:spcPct val="117100"/>
              </a:lnSpc>
              <a:spcBef>
                <a:spcPts val="5"/>
              </a:spcBef>
            </a:pP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21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819">
                <a:solidFill>
                  <a:srgbClr val="13122E"/>
                </a:solidFill>
                <a:latin typeface="Calibri"/>
                <a:cs typeface="Calibri"/>
              </a:rPr>
              <a:t>گ</a:t>
            </a:r>
            <a:r>
              <a:rPr dirty="0" sz="1400" spc="-100">
                <a:solidFill>
                  <a:srgbClr val="13122E"/>
                </a:solidFill>
                <a:latin typeface="Calibri"/>
                <a:cs typeface="Calibri"/>
              </a:rPr>
              <a:t>آ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425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ی</a:t>
            </a:r>
            <a:r>
              <a:rPr dirty="0" sz="1400" spc="6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280">
                <a:solidFill>
                  <a:srgbClr val="13122E"/>
                </a:solidFill>
                <a:latin typeface="Calibri"/>
                <a:cs typeface="Calibri"/>
              </a:rPr>
              <a:t>ه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45">
                <a:solidFill>
                  <a:srgbClr val="13122E"/>
                </a:solidFill>
                <a:latin typeface="Calibri"/>
                <a:cs typeface="Calibri"/>
              </a:rPr>
              <a:t>ج</a:t>
            </a:r>
            <a:r>
              <a:rPr dirty="0" sz="1400" spc="-695">
                <a:solidFill>
                  <a:srgbClr val="13122E"/>
                </a:solidFill>
                <a:latin typeface="Calibri"/>
                <a:cs typeface="Calibri"/>
              </a:rPr>
              <a:t>ت</a:t>
            </a:r>
            <a:r>
              <a:rPr dirty="0" sz="1400" spc="-325">
                <a:solidFill>
                  <a:srgbClr val="13122E"/>
                </a:solidFill>
                <a:latin typeface="Calibri"/>
                <a:cs typeface="Calibri"/>
              </a:rPr>
              <a:t>س</a:t>
            </a:r>
            <a:r>
              <a:rPr dirty="0" sz="1400" spc="-10">
                <a:solidFill>
                  <a:srgbClr val="13122E"/>
                </a:solidFill>
                <a:latin typeface="Calibri"/>
                <a:cs typeface="Calibri"/>
              </a:rPr>
              <a:t>ج</a:t>
            </a:r>
            <a:r>
              <a:rPr dirty="0" sz="1400" spc="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sz="1400" spc="-180">
                <a:solidFill>
                  <a:srgbClr val="13122E"/>
                </a:solidFill>
                <a:latin typeface="Calibri"/>
                <a:cs typeface="Calibri"/>
              </a:rPr>
              <a:t>ع</a:t>
            </a:r>
            <a:r>
              <a:rPr dirty="0" sz="1400" spc="-80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60">
                <a:solidFill>
                  <a:srgbClr val="13122E"/>
                </a:solidFill>
                <a:latin typeface="Calibri"/>
                <a:cs typeface="Calibri"/>
              </a:rPr>
              <a:t>و</a:t>
            </a:r>
            <a:r>
              <a:rPr dirty="0" sz="1400" spc="-434">
                <a:solidFill>
                  <a:srgbClr val="13122E"/>
                </a:solidFill>
                <a:latin typeface="Calibri"/>
                <a:cs typeface="Calibri"/>
              </a:rPr>
              <a:t>ن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3122E"/>
                </a:solidFill>
                <a:latin typeface="Calibri"/>
                <a:cs typeface="Calibri"/>
              </a:rPr>
              <a:t> </a:t>
            </a:r>
            <a:r>
              <a:rPr dirty="0" baseline="3968" sz="2100" spc="7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25">
                <a:solidFill>
                  <a:srgbClr val="13122E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13122E"/>
                </a:solidFill>
                <a:latin typeface="Calibri"/>
                <a:cs typeface="Calibri"/>
              </a:rPr>
              <a:t>25  </a:t>
            </a:r>
            <a:r>
              <a:rPr dirty="0" sz="1400" spc="95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sz="1400" spc="-61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-75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140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ح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585">
                <a:solidFill>
                  <a:srgbClr val="FF0000"/>
                </a:solidFill>
                <a:latin typeface="Calibri"/>
                <a:cs typeface="Calibri"/>
              </a:rPr>
              <a:t>ض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280">
                <a:solidFill>
                  <a:srgbClr val="FF0000"/>
                </a:solidFill>
                <a:latin typeface="Calibri"/>
                <a:cs typeface="Calibri"/>
              </a:rPr>
              <a:t>لی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185">
                <a:solidFill>
                  <a:srgbClr val="FF0000"/>
                </a:solidFill>
                <a:latin typeface="Calibri"/>
                <a:cs typeface="Calibri"/>
              </a:rPr>
              <a:t>سم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75">
                <a:solidFill>
                  <a:srgbClr val="FF0000"/>
                </a:solidFill>
                <a:latin typeface="Calibri"/>
                <a:cs typeface="Calibri"/>
              </a:rPr>
              <a:t>ف</a:t>
            </a:r>
            <a:r>
              <a:rPr dirty="0" sz="1400" spc="-75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-85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114">
                <a:solidFill>
                  <a:srgbClr val="FF0000"/>
                </a:solidFill>
                <a:latin typeface="Calibri"/>
                <a:cs typeface="Calibri"/>
              </a:rPr>
              <a:t>ع</a:t>
            </a:r>
            <a:r>
              <a:rPr dirty="0" sz="1400" spc="-770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sz="1400" spc="25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26</a:t>
            </a:r>
            <a:endParaRPr sz="1400">
              <a:latin typeface="Calibri"/>
              <a:cs typeface="Calibri"/>
            </a:endParaRPr>
          </a:p>
          <a:p>
            <a:pPr algn="r" marR="284480">
              <a:lnSpc>
                <a:spcPct val="100000"/>
              </a:lnSpc>
              <a:spcBef>
                <a:spcPts val="285"/>
              </a:spcBef>
            </a:pPr>
            <a:r>
              <a:rPr dirty="0" sz="1400" spc="95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sz="1400" spc="-61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-50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114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ح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585">
                <a:solidFill>
                  <a:srgbClr val="FF0000"/>
                </a:solidFill>
                <a:latin typeface="Calibri"/>
                <a:cs typeface="Calibri"/>
              </a:rPr>
              <a:t>ض</a:t>
            </a:r>
            <a:r>
              <a:rPr dirty="0" sz="1400" spc="1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254">
                <a:solidFill>
                  <a:srgbClr val="FF0000"/>
                </a:solidFill>
                <a:latin typeface="Calibri"/>
                <a:cs typeface="Calibri"/>
              </a:rPr>
              <a:t>ل</a:t>
            </a:r>
            <a:r>
              <a:rPr dirty="0" sz="1400" spc="-315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-185">
                <a:solidFill>
                  <a:srgbClr val="FF0000"/>
                </a:solidFill>
                <a:latin typeface="Calibri"/>
                <a:cs typeface="Calibri"/>
              </a:rPr>
              <a:t>سم</a:t>
            </a:r>
            <a:r>
              <a:rPr dirty="0" sz="1400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80">
                <a:solidFill>
                  <a:srgbClr val="FF0000"/>
                </a:solidFill>
                <a:latin typeface="Calibri"/>
                <a:cs typeface="Calibri"/>
              </a:rPr>
              <a:t>ع</a:t>
            </a:r>
            <a:r>
              <a:rPr dirty="0" sz="1400" spc="-80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434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ا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   </a:t>
            </a:r>
            <a:r>
              <a:rPr dirty="0" sz="1400" spc="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FF0000"/>
                </a:solidFill>
                <a:latin typeface="Times New Roman"/>
                <a:cs typeface="Times New Roman"/>
              </a:rPr>
              <a:t>•</a:t>
            </a:r>
            <a:endParaRPr sz="1400">
              <a:latin typeface="Times New Roman"/>
              <a:cs typeface="Times New Roman"/>
            </a:endParaRPr>
          </a:p>
          <a:p>
            <a:pPr algn="r" marR="284480">
              <a:lnSpc>
                <a:spcPct val="100000"/>
              </a:lnSpc>
              <a:spcBef>
                <a:spcPts val="290"/>
              </a:spcBef>
            </a:pPr>
            <a:r>
              <a:rPr dirty="0" sz="1400" spc="-195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sz="1400" spc="-445">
                <a:solidFill>
                  <a:srgbClr val="FF0000"/>
                </a:solidFill>
                <a:latin typeface="Calibri"/>
                <a:cs typeface="Calibri"/>
              </a:rPr>
              <a:t>گبقع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85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270">
                <a:solidFill>
                  <a:srgbClr val="FF0000"/>
                </a:solidFill>
                <a:latin typeface="Calibri"/>
                <a:cs typeface="Calibri"/>
              </a:rPr>
              <a:t>جتس</a:t>
            </a:r>
            <a:r>
              <a:rPr dirty="0" sz="1400" spc="-204">
                <a:solidFill>
                  <a:srgbClr val="FF0000"/>
                </a:solidFill>
                <a:latin typeface="Calibri"/>
                <a:cs typeface="Calibri"/>
              </a:rPr>
              <a:t>ج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   </a:t>
            </a:r>
            <a:r>
              <a:rPr dirty="0" sz="1400" spc="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FF0000"/>
                </a:solidFill>
                <a:latin typeface="Times New Roman"/>
                <a:cs typeface="Times New Roman"/>
              </a:rPr>
              <a:t>•</a:t>
            </a:r>
            <a:endParaRPr sz="1400">
              <a:latin typeface="Times New Roman"/>
              <a:cs typeface="Times New Roman"/>
            </a:endParaRPr>
          </a:p>
          <a:p>
            <a:pPr algn="r" marR="284480">
              <a:lnSpc>
                <a:spcPct val="100000"/>
              </a:lnSpc>
              <a:spcBef>
                <a:spcPts val="290"/>
              </a:spcBef>
            </a:pPr>
            <a:r>
              <a:rPr dirty="0" sz="1400" spc="35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270">
                <a:solidFill>
                  <a:srgbClr val="FF0000"/>
                </a:solidFill>
                <a:latin typeface="Calibri"/>
                <a:cs typeface="Calibri"/>
              </a:rPr>
              <a:t>جتس</a:t>
            </a:r>
            <a:r>
              <a:rPr dirty="0" sz="1400" spc="-204">
                <a:solidFill>
                  <a:srgbClr val="FF0000"/>
                </a:solidFill>
                <a:latin typeface="Calibri"/>
                <a:cs typeface="Calibri"/>
              </a:rPr>
              <a:t>ج</a:t>
            </a:r>
            <a:r>
              <a:rPr dirty="0" sz="14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75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sz="1400" spc="6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sz="1400" spc="-720">
                <a:solidFill>
                  <a:srgbClr val="FF0000"/>
                </a:solidFill>
                <a:latin typeface="Calibri"/>
                <a:cs typeface="Calibri"/>
              </a:rPr>
              <a:t>ب</a:t>
            </a:r>
            <a:r>
              <a:rPr dirty="0" sz="1400" spc="-330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sz="1400" spc="-785">
                <a:solidFill>
                  <a:srgbClr val="FF0000"/>
                </a:solidFill>
                <a:latin typeface="Calibri"/>
                <a:cs typeface="Calibri"/>
              </a:rPr>
              <a:t>ب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   </a:t>
            </a:r>
            <a:r>
              <a:rPr dirty="0" sz="1400" spc="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FF0000"/>
                </a:solidFill>
                <a:latin typeface="Times New Roman"/>
                <a:cs typeface="Times New Roman"/>
              </a:rPr>
              <a:t>•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36" y="151892"/>
            <a:ext cx="1701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73045" y="816609"/>
            <a:ext cx="222694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000" spc="155" b="1">
                <a:solidFill>
                  <a:srgbClr val="001F5F"/>
                </a:solidFill>
                <a:latin typeface="Calibri"/>
                <a:cs typeface="Calibri"/>
              </a:rPr>
              <a:t>د</a:t>
            </a:r>
            <a:r>
              <a:rPr dirty="0" sz="2000" spc="-490" b="1">
                <a:solidFill>
                  <a:srgbClr val="001F5F"/>
                </a:solidFill>
                <a:latin typeface="Calibri"/>
                <a:cs typeface="Calibri"/>
              </a:rPr>
              <a:t>ن</a:t>
            </a:r>
            <a:r>
              <a:rPr dirty="0" sz="2000" spc="25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r>
              <a:rPr dirty="0" sz="2000" spc="-620" b="1">
                <a:solidFill>
                  <a:srgbClr val="001F5F"/>
                </a:solidFill>
                <a:latin typeface="Calibri"/>
                <a:cs typeface="Calibri"/>
              </a:rPr>
              <a:t>ش</a:t>
            </a:r>
            <a:r>
              <a:rPr dirty="0" sz="2000" spc="80" b="1">
                <a:solidFill>
                  <a:srgbClr val="001F5F"/>
                </a:solidFill>
                <a:latin typeface="Calibri"/>
                <a:cs typeface="Calibri"/>
              </a:rPr>
              <a:t>و</a:t>
            </a:r>
            <a:r>
              <a:rPr dirty="0" sz="2000" spc="-285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001F5F"/>
                </a:solidFill>
                <a:latin typeface="Calibri"/>
                <a:cs typeface="Calibri"/>
              </a:rPr>
              <a:t>ی</a:t>
            </a:r>
            <a:r>
              <a:rPr dirty="0" sz="2000" spc="7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-285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50" b="1">
                <a:solidFill>
                  <a:srgbClr val="001F5F"/>
                </a:solidFill>
                <a:latin typeface="Calibri"/>
                <a:cs typeface="Calibri"/>
              </a:rPr>
              <a:t>ل</a:t>
            </a:r>
            <a:r>
              <a:rPr dirty="0" sz="2000" spc="-890" b="1">
                <a:solidFill>
                  <a:srgbClr val="001F5F"/>
                </a:solidFill>
                <a:latin typeface="Calibri"/>
                <a:cs typeface="Calibri"/>
              </a:rPr>
              <a:t>ف</a:t>
            </a:r>
            <a:r>
              <a:rPr dirty="0" sz="2000" spc="-530" b="1">
                <a:solidFill>
                  <a:srgbClr val="001F5F"/>
                </a:solidFill>
                <a:latin typeface="Calibri"/>
                <a:cs typeface="Calibri"/>
              </a:rPr>
              <a:t>ق</a:t>
            </a:r>
            <a:r>
              <a:rPr dirty="0" sz="200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890" b="1">
                <a:solidFill>
                  <a:srgbClr val="001F5F"/>
                </a:solidFill>
                <a:latin typeface="Calibri"/>
                <a:cs typeface="Calibri"/>
              </a:rPr>
              <a:t>ف</a:t>
            </a:r>
            <a:r>
              <a:rPr dirty="0" baseline="29166" sz="3000" spc="-15" b="1">
                <a:solidFill>
                  <a:srgbClr val="001F5F"/>
                </a:solidFill>
                <a:latin typeface="Calibri"/>
                <a:cs typeface="Calibri"/>
              </a:rPr>
              <a:t>ی</a:t>
            </a:r>
            <a:r>
              <a:rPr dirty="0" baseline="29166" sz="300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280" b="1">
                <a:solidFill>
                  <a:srgbClr val="001F5F"/>
                </a:solidFill>
                <a:latin typeface="Calibri"/>
                <a:cs typeface="Calibri"/>
              </a:rPr>
              <a:t>ر</a:t>
            </a:r>
            <a:r>
              <a:rPr dirty="0" sz="2000" spc="-645" b="1">
                <a:solidFill>
                  <a:srgbClr val="001F5F"/>
                </a:solidFill>
                <a:latin typeface="Calibri"/>
                <a:cs typeface="Calibri"/>
              </a:rPr>
              <a:t>ع</a:t>
            </a:r>
            <a:r>
              <a:rPr dirty="0" sz="2000" spc="-430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11145" y="1109725"/>
            <a:ext cx="2150110" cy="15240"/>
          </a:xfrm>
          <a:custGeom>
            <a:avLst/>
            <a:gdLst/>
            <a:ahLst/>
            <a:cxnLst/>
            <a:rect l="l" t="t" r="r" b="b"/>
            <a:pathLst>
              <a:path w="2150110" h="15240">
                <a:moveTo>
                  <a:pt x="2149729" y="0"/>
                </a:moveTo>
                <a:lnTo>
                  <a:pt x="0" y="0"/>
                </a:lnTo>
                <a:lnTo>
                  <a:pt x="0" y="15240"/>
                </a:lnTo>
                <a:lnTo>
                  <a:pt x="2149729" y="15240"/>
                </a:lnTo>
                <a:lnTo>
                  <a:pt x="2149729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55116" y="1353057"/>
            <a:ext cx="6476365" cy="795782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r" marL="805180" marR="81280" indent="-716915">
              <a:lnSpc>
                <a:spcPct val="101899"/>
              </a:lnSpc>
              <a:spcBef>
                <a:spcPts val="70"/>
              </a:spcBef>
            </a:pPr>
            <a:r>
              <a:rPr dirty="0" sz="1200" spc="-170">
                <a:latin typeface="Calibri"/>
                <a:cs typeface="Calibri"/>
              </a:rPr>
              <a:t>،دشاب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 spc="-245">
                <a:latin typeface="Calibri"/>
                <a:cs typeface="Calibri"/>
              </a:rPr>
              <a:t>هتشادن</a:t>
            </a:r>
            <a:r>
              <a:rPr dirty="0" sz="1200" spc="-2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دوجو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365">
                <a:latin typeface="Calibri"/>
                <a:cs typeface="Calibri"/>
              </a:rPr>
              <a:t>ت</a:t>
            </a:r>
            <a:r>
              <a:rPr dirty="0" baseline="18518" sz="1800" spc="37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ینما</a:t>
            </a:r>
            <a:r>
              <a:rPr dirty="0" sz="1200" spc="-15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رطخ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نیت</a:t>
            </a:r>
            <a:r>
              <a:rPr dirty="0" baseline="25462" sz="1800" spc="-104">
                <a:latin typeface="Calibri"/>
                <a:cs typeface="Calibri"/>
              </a:rPr>
              <a:t> </a:t>
            </a:r>
            <a:r>
              <a:rPr dirty="0" sz="1200" spc="-315">
                <a:latin typeface="Calibri"/>
                <a:cs typeface="Calibri"/>
              </a:rPr>
              <a:t>مک</a:t>
            </a:r>
            <a:r>
              <a:rPr dirty="0" sz="1200" spc="-120">
                <a:latin typeface="Calibri"/>
                <a:cs typeface="Calibri"/>
              </a:rPr>
              <a:t> </a:t>
            </a:r>
            <a:r>
              <a:rPr dirty="0" sz="1200" spc="-325">
                <a:latin typeface="Calibri"/>
                <a:cs typeface="Calibri"/>
              </a:rPr>
              <a:t>هکنیا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195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،ی</a:t>
            </a:r>
            <a:r>
              <a:rPr dirty="0" baseline="16203" sz="1800" spc="-262">
                <a:latin typeface="Calibri"/>
                <a:cs typeface="Calibri"/>
              </a:rPr>
              <a:t>ی</a:t>
            </a:r>
            <a:r>
              <a:rPr dirty="0" baseline="-4629" sz="1800" spc="-127">
                <a:latin typeface="Calibri"/>
                <a:cs typeface="Calibri"/>
              </a:rPr>
              <a:t> </a:t>
            </a:r>
            <a:r>
              <a:rPr dirty="0" sz="1200" spc="-100">
                <a:latin typeface="Calibri"/>
                <a:cs typeface="Calibri"/>
              </a:rPr>
              <a:t>نچمه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baseline="4629" sz="1800" spc="-315">
                <a:latin typeface="Calibri"/>
                <a:cs typeface="Calibri"/>
              </a:rPr>
              <a:t>.</a:t>
            </a:r>
            <a:r>
              <a:rPr dirty="0" sz="1200" spc="-210">
                <a:latin typeface="Calibri"/>
                <a:cs typeface="Calibri"/>
              </a:rPr>
              <a:t>دننکمی</a:t>
            </a:r>
            <a:r>
              <a:rPr dirty="0" sz="1200" spc="-16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رارقرب</a:t>
            </a:r>
            <a:r>
              <a:rPr dirty="0" sz="1200" spc="-180">
                <a:latin typeface="Calibri"/>
                <a:cs typeface="Calibri"/>
              </a:rPr>
              <a:t> </a:t>
            </a:r>
            <a:r>
              <a:rPr dirty="0" sz="1200" spc="-240">
                <a:latin typeface="Calibri"/>
                <a:cs typeface="Calibri"/>
              </a:rPr>
              <a:t>طابترا</a:t>
            </a:r>
            <a:r>
              <a:rPr dirty="0" sz="1200" spc="-210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میس</a:t>
            </a:r>
            <a:r>
              <a:rPr dirty="0" sz="1200" spc="-215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ب</a:t>
            </a:r>
            <a:r>
              <a:rPr dirty="0" baseline="-13888" sz="1800" spc="-225">
                <a:latin typeface="Calibri"/>
                <a:cs typeface="Calibri"/>
              </a:rPr>
              <a:t>ی</a:t>
            </a:r>
            <a:r>
              <a:rPr dirty="0" baseline="-13888" sz="1800" spc="-179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یژولونکت</a:t>
            </a:r>
            <a:r>
              <a:rPr dirty="0" sz="1200" spc="-250">
                <a:latin typeface="Calibri"/>
                <a:cs typeface="Calibri"/>
              </a:rPr>
              <a:t> </a:t>
            </a:r>
            <a:r>
              <a:rPr dirty="0" sz="1200" spc="-70">
                <a:latin typeface="Calibri"/>
                <a:cs typeface="Calibri"/>
              </a:rPr>
              <a:t>ساسا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رب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725">
                <a:latin typeface="Calibri"/>
                <a:cs typeface="Calibri"/>
              </a:rPr>
              <a:t>لفق </a:t>
            </a:r>
            <a:r>
              <a:rPr dirty="0" sz="1200" spc="-265">
                <a:latin typeface="Calibri"/>
                <a:cs typeface="Calibri"/>
              </a:rPr>
              <a:t> </a:t>
            </a:r>
            <a:r>
              <a:rPr dirty="0" sz="1200" spc="-225">
                <a:latin typeface="Calibri"/>
                <a:cs typeface="Calibri"/>
              </a:rPr>
              <a:t>دنکمی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یت</a:t>
            </a:r>
            <a:r>
              <a:rPr dirty="0" baseline="-4629" sz="1800" spc="-150">
                <a:latin typeface="Calibri"/>
                <a:cs typeface="Calibri"/>
              </a:rPr>
              <a:t> </a:t>
            </a:r>
            <a:r>
              <a:rPr dirty="0" sz="1200" spc="-480">
                <a:latin typeface="Calibri"/>
                <a:cs typeface="Calibri"/>
              </a:rPr>
              <a:t>گشیپ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زمر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275">
                <a:latin typeface="Calibri"/>
                <a:cs typeface="Calibri"/>
              </a:rPr>
              <a:t>ربراک</a:t>
            </a:r>
            <a:r>
              <a:rPr dirty="0" sz="1200" spc="-120">
                <a:latin typeface="Calibri"/>
                <a:cs typeface="Calibri"/>
              </a:rPr>
              <a:t> </a:t>
            </a:r>
            <a:r>
              <a:rPr dirty="0" sz="1200" spc="-110">
                <a:latin typeface="Calibri"/>
                <a:cs typeface="Calibri"/>
              </a:rPr>
              <a:t>مان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15">
                <a:latin typeface="Calibri"/>
                <a:cs typeface="Calibri"/>
              </a:rPr>
              <a:t>لثم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65">
                <a:latin typeface="Calibri"/>
                <a:cs typeface="Calibri"/>
              </a:rPr>
              <a:t>تاعلاطا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300">
                <a:latin typeface="Calibri"/>
                <a:cs typeface="Calibri"/>
              </a:rPr>
              <a:t>دییأت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65">
                <a:latin typeface="Calibri"/>
                <a:cs typeface="Calibri"/>
              </a:rPr>
              <a:t>هکدننکمی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رارقرب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40">
                <a:latin typeface="Calibri"/>
                <a:cs typeface="Calibri"/>
              </a:rPr>
              <a:t>طابترا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315">
                <a:latin typeface="Calibri"/>
                <a:cs typeface="Calibri"/>
              </a:rPr>
              <a:t>ت</a:t>
            </a:r>
            <a:r>
              <a:rPr dirty="0" baseline="18518" sz="1800" spc="-472">
                <a:latin typeface="Calibri"/>
                <a:cs typeface="Calibri"/>
              </a:rPr>
              <a:t>ی</a:t>
            </a:r>
            <a:r>
              <a:rPr dirty="0" baseline="-4629" sz="1800" spc="292">
                <a:latin typeface="Calibri"/>
                <a:cs typeface="Calibri"/>
              </a:rPr>
              <a:t> </a:t>
            </a:r>
            <a:r>
              <a:rPr dirty="0" sz="1200" spc="-360">
                <a:latin typeface="Calibri"/>
                <a:cs typeface="Calibri"/>
              </a:rPr>
              <a:t>ن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یرگید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315">
                <a:latin typeface="Calibri"/>
                <a:cs typeface="Calibri"/>
              </a:rPr>
              <a:t>هاگتسد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همانرب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415">
                <a:latin typeface="Calibri"/>
                <a:cs typeface="Calibri"/>
              </a:rPr>
              <a:t>اب.</a:t>
            </a:r>
            <a:endParaRPr sz="120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1415"/>
              </a:spcBef>
            </a:pPr>
            <a:r>
              <a:rPr dirty="0" sz="1200" spc="-560" b="1">
                <a:latin typeface="Calibri"/>
                <a:cs typeface="Calibri"/>
              </a:rPr>
              <a:t>ک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409" b="1">
                <a:latin typeface="Calibri"/>
                <a:cs typeface="Calibri"/>
              </a:rPr>
              <a:t>ن</a:t>
            </a:r>
            <a:r>
              <a:rPr dirty="0" sz="1200" spc="-65" b="1">
                <a:latin typeface="Calibri"/>
                <a:cs typeface="Calibri"/>
              </a:rPr>
              <a:t>و</a:t>
            </a:r>
            <a:r>
              <a:rPr dirty="0" sz="1200" spc="-360" b="1">
                <a:latin typeface="Calibri"/>
                <a:cs typeface="Calibri"/>
              </a:rPr>
              <a:t>ت</a:t>
            </a:r>
            <a:r>
              <a:rPr dirty="0" baseline="27777" sz="1800" spc="-772" b="1">
                <a:latin typeface="Calibri"/>
                <a:cs typeface="Calibri"/>
              </a:rPr>
              <a:t>ر</a:t>
            </a:r>
            <a:r>
              <a:rPr dirty="0" baseline="27777" sz="1800" spc="-120" b="1">
                <a:latin typeface="Calibri"/>
                <a:cs typeface="Calibri"/>
              </a:rPr>
              <a:t> </a:t>
            </a:r>
            <a:r>
              <a:rPr dirty="0" sz="1200" spc="-530" b="1">
                <a:latin typeface="Calibri"/>
                <a:cs typeface="Calibri"/>
              </a:rPr>
              <a:t>ک</a:t>
            </a:r>
            <a:r>
              <a:rPr dirty="0" sz="1200" spc="-390" b="1">
                <a:latin typeface="Calibri"/>
                <a:cs typeface="Calibri"/>
              </a:rPr>
              <a:t>ل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ی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170" b="1">
                <a:latin typeface="Calibri"/>
                <a:cs typeface="Calibri"/>
              </a:rPr>
              <a:t>ه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20" b="1">
                <a:latin typeface="Calibri"/>
                <a:cs typeface="Calibri"/>
              </a:rPr>
              <a:t>ل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315" b="1">
                <a:latin typeface="Calibri"/>
                <a:cs typeface="Calibri"/>
              </a:rPr>
              <a:t>ق</a:t>
            </a:r>
            <a:endParaRPr sz="1200">
              <a:latin typeface="Calibri"/>
              <a:cs typeface="Calibri"/>
            </a:endParaRPr>
          </a:p>
          <a:p>
            <a:pPr algn="r" marL="368935" marR="81280" indent="-91440">
              <a:lnSpc>
                <a:spcPct val="101699"/>
              </a:lnSpc>
              <a:spcBef>
                <a:spcPts val="1420"/>
              </a:spcBef>
            </a:pPr>
            <a:r>
              <a:rPr dirty="0" sz="1200" spc="-80">
                <a:latin typeface="Calibri"/>
                <a:cs typeface="Calibri"/>
              </a:rPr>
              <a:t>ار </a:t>
            </a:r>
            <a:r>
              <a:rPr dirty="0" sz="1200" spc="-240">
                <a:latin typeface="Calibri"/>
                <a:cs typeface="Calibri"/>
              </a:rPr>
              <a:t>یرتلااب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تینما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اهلفق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 spc="-380">
                <a:latin typeface="Calibri"/>
                <a:cs typeface="Calibri"/>
              </a:rPr>
              <a:t>هک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تسین</a:t>
            </a:r>
            <a:r>
              <a:rPr dirty="0" sz="1200" spc="-16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یدیدرت</a:t>
            </a:r>
            <a:r>
              <a:rPr dirty="0" sz="1200" spc="-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220">
                <a:latin typeface="Calibri"/>
                <a:cs typeface="Calibri"/>
              </a:rPr>
              <a:t>دنکمی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درکلمع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دیلک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یرادهگن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یژولونکت</a:t>
            </a:r>
            <a:r>
              <a:rPr dirty="0" sz="1200" spc="-16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دننامه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اه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 </a:t>
            </a:r>
            <a:r>
              <a:rPr dirty="0" sz="1200" spc="-204">
                <a:latin typeface="Calibri"/>
                <a:cs typeface="Calibri"/>
              </a:rPr>
              <a:t>عون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تایصوصخ </a:t>
            </a:r>
            <a:r>
              <a:rPr dirty="0" sz="1200" spc="-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،نآ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رتارف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280">
                <a:latin typeface="Calibri"/>
                <a:cs typeface="Calibri"/>
              </a:rPr>
              <a:t>ثوتولب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قیرط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ای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،کمایپ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95">
                <a:latin typeface="Calibri"/>
                <a:cs typeface="Calibri"/>
              </a:rPr>
              <a:t>لاسرا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قیرط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دیاب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ربراک</a:t>
            </a:r>
            <a:r>
              <a:rPr dirty="0" sz="1200" spc="-175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اه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عون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baseline="4629" sz="1800" spc="-112">
                <a:latin typeface="Calibri"/>
                <a:cs typeface="Calibri"/>
              </a:rPr>
              <a:t>.</a:t>
            </a:r>
            <a:r>
              <a:rPr dirty="0" sz="1200" spc="-75">
                <a:latin typeface="Calibri"/>
                <a:cs typeface="Calibri"/>
              </a:rPr>
              <a:t>دنراد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345">
                <a:latin typeface="Calibri"/>
                <a:cs typeface="Calibri"/>
              </a:rPr>
              <a:t>ت</a:t>
            </a:r>
            <a:r>
              <a:rPr dirty="0" baseline="18518" sz="1800" spc="37">
                <a:latin typeface="Calibri"/>
                <a:cs typeface="Calibri"/>
              </a:rPr>
              <a:t> </a:t>
            </a:r>
            <a:r>
              <a:rPr dirty="0" sz="1200" spc="-325">
                <a:latin typeface="Calibri"/>
                <a:cs typeface="Calibri"/>
              </a:rPr>
              <a:t>نس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تبسن</a:t>
            </a:r>
            <a:endParaRPr sz="120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25"/>
              </a:spcBef>
            </a:pP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325">
                <a:latin typeface="Calibri"/>
                <a:cs typeface="Calibri"/>
              </a:rPr>
              <a:t>ن</a:t>
            </a:r>
            <a:r>
              <a:rPr dirty="0" sz="1200" spc="-509">
                <a:latin typeface="Calibri"/>
                <a:cs typeface="Calibri"/>
              </a:rPr>
              <a:t>ک</a:t>
            </a:r>
            <a:r>
              <a:rPr dirty="0" sz="1200" spc="-140">
                <a:latin typeface="Calibri"/>
                <a:cs typeface="Calibri"/>
              </a:rPr>
              <a:t> </a:t>
            </a: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520">
                <a:latin typeface="Calibri"/>
                <a:cs typeface="Calibri"/>
              </a:rPr>
              <a:t>ی</a:t>
            </a:r>
            <a:r>
              <a:rPr dirty="0" sz="1200" spc="60">
                <a:latin typeface="Calibri"/>
                <a:cs typeface="Calibri"/>
              </a:rPr>
              <a:t>أ</a:t>
            </a:r>
            <a:r>
              <a:rPr dirty="0" sz="1200" spc="-670">
                <a:latin typeface="Calibri"/>
                <a:cs typeface="Calibri"/>
              </a:rPr>
              <a:t>ت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د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5">
                <a:latin typeface="Calibri"/>
                <a:cs typeface="Calibri"/>
              </a:rPr>
              <a:t>خ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630">
                <a:latin typeface="Calibri"/>
                <a:cs typeface="Calibri"/>
              </a:rPr>
              <a:t>ب</a:t>
            </a:r>
            <a:r>
              <a:rPr dirty="0" sz="1200" spc="-605">
                <a:latin typeface="Calibri"/>
                <a:cs typeface="Calibri"/>
              </a:rPr>
              <a:t>ت</a:t>
            </a:r>
            <a:r>
              <a:rPr dirty="0" sz="1200" spc="-135">
                <a:latin typeface="Calibri"/>
                <a:cs typeface="Calibri"/>
              </a:rPr>
              <a:t>ع</a:t>
            </a:r>
            <a:r>
              <a:rPr dirty="0" sz="1200">
                <a:latin typeface="Calibri"/>
                <a:cs typeface="Calibri"/>
              </a:rPr>
              <a:t>ا </a:t>
            </a:r>
            <a:r>
              <a:rPr dirty="0" sz="1200" spc="65">
                <a:latin typeface="Calibri"/>
                <a:cs typeface="Calibri"/>
              </a:rPr>
              <a:t>ت</a:t>
            </a:r>
            <a:r>
              <a:rPr dirty="0" sz="1200" spc="-535">
                <a:latin typeface="Calibri"/>
                <a:cs typeface="Calibri"/>
              </a:rPr>
              <a:t>ن</a:t>
            </a:r>
            <a:r>
              <a:rPr dirty="0" sz="1200" spc="-365">
                <a:latin typeface="Calibri"/>
                <a:cs typeface="Calibri"/>
              </a:rPr>
              <a:t>ت</a:t>
            </a:r>
            <a:r>
              <a:rPr dirty="0" baseline="25462" sz="1800" spc="-405">
                <a:latin typeface="Calibri"/>
                <a:cs typeface="Calibri"/>
              </a:rPr>
              <a:t> </a:t>
            </a:r>
            <a:r>
              <a:rPr dirty="0" baseline="25462" sz="1800" spc="-120">
                <a:latin typeface="Calibri"/>
                <a:cs typeface="Calibri"/>
              </a:rPr>
              <a:t> </a:t>
            </a:r>
            <a:r>
              <a:rPr dirty="0" sz="1200" spc="-325">
                <a:latin typeface="Calibri"/>
                <a:cs typeface="Calibri"/>
              </a:rPr>
              <a:t>ن</a:t>
            </a:r>
            <a:r>
              <a:rPr dirty="0" sz="1200" spc="-520">
                <a:latin typeface="Calibri"/>
                <a:cs typeface="Calibri"/>
              </a:rPr>
              <a:t>ی</a:t>
            </a:r>
            <a:r>
              <a:rPr dirty="0" sz="1200">
                <a:latin typeface="Calibri"/>
                <a:cs typeface="Calibri"/>
              </a:rPr>
              <a:t>ا </a:t>
            </a:r>
            <a:r>
              <a:rPr dirty="0" sz="1200" spc="-5">
                <a:latin typeface="Calibri"/>
                <a:cs typeface="Calibri"/>
              </a:rPr>
              <a:t>ق</a:t>
            </a:r>
            <a:r>
              <a:rPr dirty="0" sz="1200" spc="-640">
                <a:latin typeface="Calibri"/>
                <a:cs typeface="Calibri"/>
              </a:rPr>
              <a:t>ی</a:t>
            </a:r>
            <a:r>
              <a:rPr dirty="0" sz="1200" spc="25">
                <a:latin typeface="Calibri"/>
                <a:cs typeface="Calibri"/>
              </a:rPr>
              <a:t>ر</a:t>
            </a:r>
            <a:r>
              <a:rPr dirty="0" sz="1200" spc="-195">
                <a:latin typeface="Calibri"/>
                <a:cs typeface="Calibri"/>
              </a:rPr>
              <a:t>ط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algn="r" marR="81915">
              <a:lnSpc>
                <a:spcPct val="100000"/>
              </a:lnSpc>
              <a:spcBef>
                <a:spcPts val="1415"/>
              </a:spcBef>
            </a:pPr>
            <a:r>
              <a:rPr dirty="0" sz="1200" spc="70" b="1">
                <a:latin typeface="Calibri"/>
                <a:cs typeface="Calibri"/>
              </a:rPr>
              <a:t>د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365" b="1">
                <a:latin typeface="Calibri"/>
                <a:cs typeface="Calibri"/>
              </a:rPr>
              <a:t>ل</a:t>
            </a:r>
            <a:r>
              <a:rPr dirty="0" sz="1200" spc="-635" b="1">
                <a:latin typeface="Calibri"/>
                <a:cs typeface="Calibri"/>
              </a:rPr>
              <a:t>ک</a:t>
            </a:r>
            <a:r>
              <a:rPr dirty="0" sz="1200" spc="-120" b="1">
                <a:latin typeface="Calibri"/>
                <a:cs typeface="Calibri"/>
              </a:rPr>
              <a:t> </a:t>
            </a:r>
            <a:r>
              <a:rPr dirty="0" sz="1200" spc="-45" b="1">
                <a:latin typeface="Calibri"/>
                <a:cs typeface="Calibri"/>
              </a:rPr>
              <a:t>ن</a:t>
            </a:r>
            <a:r>
              <a:rPr dirty="0" sz="1200" spc="10" b="1">
                <a:latin typeface="Calibri"/>
                <a:cs typeface="Calibri"/>
              </a:rPr>
              <a:t>و</a:t>
            </a:r>
            <a:r>
              <a:rPr dirty="0" sz="1200" spc="70" b="1">
                <a:latin typeface="Calibri"/>
                <a:cs typeface="Calibri"/>
              </a:rPr>
              <a:t>د</a:t>
            </a:r>
            <a:r>
              <a:rPr dirty="0" sz="1200" spc="-665" b="1">
                <a:latin typeface="Calibri"/>
                <a:cs typeface="Calibri"/>
              </a:rPr>
              <a:t>ب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ی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170" b="1">
                <a:latin typeface="Calibri"/>
                <a:cs typeface="Calibri"/>
              </a:rPr>
              <a:t>ه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20" b="1">
                <a:latin typeface="Calibri"/>
                <a:cs typeface="Calibri"/>
              </a:rPr>
              <a:t>ل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315" b="1">
                <a:latin typeface="Calibri"/>
                <a:cs typeface="Calibri"/>
              </a:rPr>
              <a:t>ق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Calibri"/>
              <a:cs typeface="Calibri"/>
            </a:endParaRPr>
          </a:p>
          <a:p>
            <a:pPr algn="r" marR="81915">
              <a:lnSpc>
                <a:spcPct val="100000"/>
              </a:lnSpc>
            </a:pPr>
            <a:r>
              <a:rPr dirty="0" sz="1200" spc="-180">
                <a:latin typeface="Calibri"/>
                <a:cs typeface="Calibri"/>
              </a:rPr>
              <a:t>اهلفق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434">
                <a:latin typeface="Calibri"/>
                <a:cs typeface="Calibri"/>
              </a:rPr>
              <a:t>سیت</a:t>
            </a:r>
            <a:r>
              <a:rPr dirty="0" baseline="25462" sz="1800" spc="-104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سد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baseline="4629" sz="1800" spc="-315">
                <a:latin typeface="Calibri"/>
                <a:cs typeface="Calibri"/>
              </a:rPr>
              <a:t>.</a:t>
            </a:r>
            <a:r>
              <a:rPr dirty="0" sz="1200" spc="-210">
                <a:latin typeface="Calibri"/>
                <a:cs typeface="Calibri"/>
              </a:rPr>
              <a:t>دننکمی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30">
                <a:latin typeface="Calibri"/>
                <a:cs typeface="Calibri"/>
              </a:rPr>
              <a:t>لمع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25">
                <a:latin typeface="Calibri"/>
                <a:cs typeface="Calibri"/>
              </a:rPr>
              <a:t>ناربراک</a:t>
            </a:r>
            <a:r>
              <a:rPr dirty="0" sz="1200" spc="-120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هرهچ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65">
                <a:latin typeface="Calibri"/>
                <a:cs typeface="Calibri"/>
              </a:rPr>
              <a:t>صیخشت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220">
                <a:latin typeface="Calibri"/>
                <a:cs typeface="Calibri"/>
              </a:rPr>
              <a:t>تشگنا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رثا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70">
                <a:latin typeface="Calibri"/>
                <a:cs typeface="Calibri"/>
              </a:rPr>
              <a:t>،ادص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طوبرم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لت</a:t>
            </a:r>
            <a:r>
              <a:rPr dirty="0" baseline="25462" sz="1800" spc="-104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نکو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نامرف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اهلفق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عون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endParaRPr sz="1200">
              <a:latin typeface="Calibri"/>
              <a:cs typeface="Calibri"/>
            </a:endParaRPr>
          </a:p>
          <a:p>
            <a:pPr algn="r" marR="78105">
              <a:lnSpc>
                <a:spcPct val="100000"/>
              </a:lnSpc>
              <a:spcBef>
                <a:spcPts val="55"/>
              </a:spcBef>
            </a:pPr>
            <a:r>
              <a:rPr dirty="0" sz="1200" spc="-85">
                <a:latin typeface="Calibri"/>
                <a:cs typeface="Calibri"/>
              </a:rPr>
              <a:t>درادن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دوجو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20">
                <a:latin typeface="Calibri"/>
                <a:cs typeface="Calibri"/>
              </a:rPr>
              <a:t>دیلکزا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هدافتسا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یزاین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رگید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260">
                <a:latin typeface="Calibri"/>
                <a:cs typeface="Calibri"/>
              </a:rPr>
              <a:t>دت</a:t>
            </a:r>
            <a:r>
              <a:rPr dirty="0" baseline="-4629" sz="1800" spc="-15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گمی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25">
                <a:latin typeface="Calibri"/>
                <a:cs typeface="Calibri"/>
              </a:rPr>
              <a:t>تروص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گداس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هب.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Calibri"/>
              <a:cs typeface="Calibri"/>
            </a:endParaRPr>
          </a:p>
          <a:p>
            <a:pPr marL="5497830">
              <a:lnSpc>
                <a:spcPct val="100000"/>
              </a:lnSpc>
            </a:pPr>
            <a:r>
              <a:rPr dirty="0" sz="1200" spc="10" b="1">
                <a:latin typeface="Calibri"/>
                <a:cs typeface="Calibri"/>
              </a:rPr>
              <a:t>ی</a:t>
            </a:r>
            <a:r>
              <a:rPr dirty="0" sz="1200" spc="-145" b="1">
                <a:latin typeface="Calibri"/>
                <a:cs typeface="Calibri"/>
              </a:rPr>
              <a:t>د</a:t>
            </a:r>
            <a:r>
              <a:rPr dirty="0" sz="1200" spc="30" b="1">
                <a:latin typeface="Calibri"/>
                <a:cs typeface="Calibri"/>
              </a:rPr>
              <a:t>ر</a:t>
            </a:r>
            <a:r>
              <a:rPr dirty="0" sz="1200" spc="-815" b="1">
                <a:latin typeface="Calibri"/>
                <a:cs typeface="Calibri"/>
              </a:rPr>
              <a:t>ب</a:t>
            </a:r>
            <a:r>
              <a:rPr dirty="0" sz="1200" spc="10" b="1">
                <a:latin typeface="Calibri"/>
                <a:cs typeface="Calibri"/>
              </a:rPr>
              <a:t>ر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635" b="1">
                <a:latin typeface="Calibri"/>
                <a:cs typeface="Calibri"/>
              </a:rPr>
              <a:t>ک</a:t>
            </a:r>
            <a:r>
              <a:rPr dirty="0" sz="1200" spc="-120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ی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170" b="1">
                <a:latin typeface="Calibri"/>
                <a:cs typeface="Calibri"/>
              </a:rPr>
              <a:t>ه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20" b="1">
                <a:latin typeface="Calibri"/>
                <a:cs typeface="Calibri"/>
              </a:rPr>
              <a:t>ل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315" b="1">
                <a:latin typeface="Calibri"/>
                <a:cs typeface="Calibri"/>
              </a:rPr>
              <a:t>ق</a:t>
            </a:r>
            <a:endParaRPr sz="1200">
              <a:latin typeface="Calibri"/>
              <a:cs typeface="Calibri"/>
            </a:endParaRPr>
          </a:p>
          <a:p>
            <a:pPr marL="484505">
              <a:lnSpc>
                <a:spcPts val="1130"/>
              </a:lnSpc>
              <a:spcBef>
                <a:spcPts val="600"/>
              </a:spcBef>
            </a:pPr>
            <a:r>
              <a:rPr dirty="0" sz="1200" spc="-800">
                <a:latin typeface="Calibri"/>
                <a:cs typeface="Calibri"/>
              </a:rPr>
              <a:t>ی</a:t>
            </a:r>
            <a:endParaRPr sz="1200">
              <a:latin typeface="Calibri"/>
              <a:cs typeface="Calibri"/>
            </a:endParaRPr>
          </a:p>
          <a:p>
            <a:pPr algn="r" marR="81915">
              <a:lnSpc>
                <a:spcPts val="1130"/>
              </a:lnSpc>
            </a:pPr>
            <a:r>
              <a:rPr dirty="0" sz="1200" spc="10">
                <a:latin typeface="Calibri"/>
                <a:cs typeface="Calibri"/>
              </a:rPr>
              <a:t>رد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90">
                <a:latin typeface="Calibri"/>
                <a:cs typeface="Calibri"/>
              </a:rPr>
              <a:t>گدیچیپ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ناکما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دنوشمی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هدافتسا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245">
                <a:latin typeface="Calibri"/>
                <a:cs typeface="Calibri"/>
              </a:rPr>
              <a:t>رگید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تات</a:t>
            </a:r>
            <a:r>
              <a:rPr dirty="0" baseline="18518" sz="1800" spc="-300">
                <a:latin typeface="Calibri"/>
                <a:cs typeface="Calibri"/>
              </a:rPr>
              <a:t>ی</a:t>
            </a:r>
            <a:r>
              <a:rPr dirty="0" baseline="-4629" sz="1800" spc="292">
                <a:latin typeface="Calibri"/>
                <a:cs typeface="Calibri"/>
              </a:rPr>
              <a:t> </a:t>
            </a:r>
            <a:r>
              <a:rPr dirty="0" sz="1200" spc="-305">
                <a:latin typeface="Calibri"/>
                <a:cs typeface="Calibri"/>
              </a:rPr>
              <a:t>هجت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یسر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کی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434">
                <a:latin typeface="Calibri"/>
                <a:cs typeface="Calibri"/>
              </a:rPr>
              <a:t>ش</a:t>
            </a:r>
            <a:r>
              <a:rPr dirty="0" baseline="18518" sz="1800" spc="-652">
                <a:latin typeface="Calibri"/>
                <a:cs typeface="Calibri"/>
              </a:rPr>
              <a:t>ی</a:t>
            </a:r>
            <a:r>
              <a:rPr dirty="0" baseline="18518" sz="1800" spc="172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خرچ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برد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،اه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روسناسا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هدافتسا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اهلفق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عون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endParaRPr sz="120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25"/>
              </a:spcBef>
            </a:pPr>
            <a:r>
              <a:rPr dirty="0" sz="1200" spc="-180">
                <a:latin typeface="Calibri"/>
                <a:cs typeface="Calibri"/>
              </a:rPr>
              <a:t>د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10">
                <a:latin typeface="Calibri"/>
                <a:cs typeface="Calibri"/>
              </a:rPr>
              <a:t>ا</a:t>
            </a:r>
            <a:r>
              <a:rPr dirty="0" sz="1200">
                <a:latin typeface="Calibri"/>
                <a:cs typeface="Calibri"/>
              </a:rPr>
              <a:t>د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د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75">
                <a:latin typeface="Calibri"/>
                <a:cs typeface="Calibri"/>
              </a:rPr>
              <a:t>ج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80">
                <a:latin typeface="Calibri"/>
                <a:cs typeface="Calibri"/>
              </a:rPr>
              <a:t>ا</a:t>
            </a:r>
            <a:r>
              <a:rPr dirty="0" sz="1200" spc="-170">
                <a:latin typeface="Calibri"/>
                <a:cs typeface="Calibri"/>
              </a:rPr>
              <a:t>ه</a:t>
            </a:r>
            <a:r>
              <a:rPr dirty="0" sz="1200" spc="-10">
                <a:latin typeface="Calibri"/>
                <a:cs typeface="Calibri"/>
              </a:rPr>
              <a:t>ن</a:t>
            </a:r>
            <a:r>
              <a:rPr dirty="0" sz="1200">
                <a:latin typeface="Calibri"/>
                <a:cs typeface="Calibri"/>
              </a:rPr>
              <a:t>آ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ه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70">
                <a:latin typeface="Calibri"/>
                <a:cs typeface="Calibri"/>
              </a:rPr>
              <a:t>سی</a:t>
            </a:r>
            <a:r>
              <a:rPr dirty="0" sz="1200" spc="-365">
                <a:latin typeface="Calibri"/>
                <a:cs typeface="Calibri"/>
              </a:rPr>
              <a:t>ت</a:t>
            </a:r>
            <a:r>
              <a:rPr dirty="0" baseline="25462" sz="1800" spc="-405">
                <a:latin typeface="Calibri"/>
                <a:cs typeface="Calibri"/>
              </a:rPr>
              <a:t> </a:t>
            </a:r>
            <a:r>
              <a:rPr dirty="0" baseline="25462" sz="1800" spc="-12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 spc="-10">
                <a:latin typeface="Calibri"/>
                <a:cs typeface="Calibri"/>
              </a:rPr>
              <a:t>د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algn="r" marL="240665" marR="81280" indent="-140335">
              <a:lnSpc>
                <a:spcPct val="117100"/>
              </a:lnSpc>
              <a:spcBef>
                <a:spcPts val="1120"/>
              </a:spcBef>
            </a:pPr>
            <a:r>
              <a:rPr dirty="0" sz="1400" spc="-150">
                <a:solidFill>
                  <a:srgbClr val="161717"/>
                </a:solidFill>
                <a:latin typeface="Calibri"/>
                <a:cs typeface="Calibri"/>
              </a:rPr>
              <a:t>هارمه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40">
                <a:solidFill>
                  <a:srgbClr val="161717"/>
                </a:solidFill>
                <a:latin typeface="Calibri"/>
                <a:cs typeface="Calibri"/>
              </a:rPr>
              <a:t>نفلت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75">
                <a:solidFill>
                  <a:srgbClr val="161717"/>
                </a:solidFill>
                <a:latin typeface="Calibri"/>
                <a:cs typeface="Calibri"/>
              </a:rPr>
              <a:t>همانرب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400" spc="-405">
                <a:solidFill>
                  <a:srgbClr val="161717"/>
                </a:solidFill>
                <a:latin typeface="Calibri"/>
                <a:cs typeface="Calibri"/>
              </a:rPr>
              <a:t>کیت</a:t>
            </a:r>
            <a:r>
              <a:rPr dirty="0" baseline="23809" sz="21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45">
                <a:solidFill>
                  <a:srgbClr val="161717"/>
                </a:solidFill>
                <a:latin typeface="Calibri"/>
                <a:cs typeface="Calibri"/>
              </a:rPr>
              <a:t>مویب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04">
                <a:solidFill>
                  <a:srgbClr val="161717"/>
                </a:solidFill>
                <a:latin typeface="Calibri"/>
                <a:cs typeface="Calibri"/>
              </a:rPr>
              <a:t>،میس</a:t>
            </a:r>
            <a:r>
              <a:rPr dirty="0" sz="14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-13888" sz="2100" spc="-254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-13888" sz="2100" spc="-6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30">
                <a:solidFill>
                  <a:srgbClr val="161717"/>
                </a:solidFill>
                <a:latin typeface="Calibri"/>
                <a:cs typeface="Calibri"/>
              </a:rPr>
              <a:t>دننام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">
                <a:solidFill>
                  <a:srgbClr val="161717"/>
                </a:solidFill>
                <a:latin typeface="Calibri"/>
                <a:cs typeface="Calibri"/>
              </a:rPr>
              <a:t>نردم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10">
                <a:solidFill>
                  <a:srgbClr val="161717"/>
                </a:solidFill>
                <a:latin typeface="Calibri"/>
                <a:cs typeface="Calibri"/>
              </a:rPr>
              <a:t>یروانف</a:t>
            </a:r>
            <a:r>
              <a:rPr dirty="0" sz="1400" spc="-1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0">
                <a:solidFill>
                  <a:srgbClr val="161717"/>
                </a:solidFill>
                <a:latin typeface="Calibri"/>
                <a:cs typeface="Calibri"/>
              </a:rPr>
              <a:t>هک</a:t>
            </a:r>
            <a:r>
              <a:rPr dirty="0" sz="1400" spc="-1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دنتسه</a:t>
            </a:r>
            <a:r>
              <a:rPr dirty="0" sz="1400" spc="-2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1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-13888" sz="2100" spc="-4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15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400" spc="-3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20">
                <a:solidFill>
                  <a:srgbClr val="161717"/>
                </a:solidFill>
                <a:latin typeface="Calibri"/>
                <a:cs typeface="Calibri"/>
              </a:rPr>
              <a:t>،دنمشوه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850">
                <a:solidFill>
                  <a:srgbClr val="161717"/>
                </a:solidFill>
                <a:latin typeface="Calibri"/>
                <a:cs typeface="Calibri"/>
              </a:rPr>
              <a:t>لف </a:t>
            </a:r>
            <a:r>
              <a:rPr dirty="0" sz="1400" spc="-1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دننک</a:t>
            </a:r>
            <a:r>
              <a:rPr dirty="0" sz="1400" spc="-1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95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8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85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400" spc="-1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25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4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85">
                <a:solidFill>
                  <a:srgbClr val="161717"/>
                </a:solidFill>
                <a:latin typeface="Calibri"/>
                <a:cs typeface="Calibri"/>
              </a:rPr>
              <a:t>یارب.</a:t>
            </a:r>
            <a:r>
              <a:rPr dirty="0" sz="1400" spc="2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90">
                <a:solidFill>
                  <a:srgbClr val="161717"/>
                </a:solidFill>
                <a:latin typeface="Calibri"/>
                <a:cs typeface="Calibri"/>
              </a:rPr>
              <a:t>،دنراد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7857" sz="2100" spc="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70">
                <a:solidFill>
                  <a:srgbClr val="161717"/>
                </a:solidFill>
                <a:latin typeface="Calibri"/>
                <a:cs typeface="Calibri"/>
              </a:rPr>
              <a:t>نس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15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30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45">
                <a:solidFill>
                  <a:srgbClr val="161717"/>
                </a:solidFill>
                <a:latin typeface="Calibri"/>
                <a:cs typeface="Calibri"/>
              </a:rPr>
              <a:t>تبسن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50">
                <a:solidFill>
                  <a:srgbClr val="161717"/>
                </a:solidFill>
                <a:latin typeface="Calibri"/>
                <a:cs typeface="Calibri"/>
              </a:rPr>
              <a:t>یدایز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25">
                <a:solidFill>
                  <a:srgbClr val="161717"/>
                </a:solidFill>
                <a:latin typeface="Calibri"/>
                <a:cs typeface="Calibri"/>
              </a:rPr>
              <a:t>یایازم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5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9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endParaRPr sz="1400">
              <a:latin typeface="Calibri"/>
              <a:cs typeface="Calibri"/>
            </a:endParaRPr>
          </a:p>
          <a:p>
            <a:pPr algn="r" marL="307975" marR="81280" indent="5722620">
              <a:lnSpc>
                <a:spcPts val="1970"/>
              </a:lnSpc>
              <a:spcBef>
                <a:spcPts val="90"/>
              </a:spcBef>
            </a:pPr>
            <a:r>
              <a:rPr dirty="0" sz="1400" spc="-170">
                <a:solidFill>
                  <a:srgbClr val="161717"/>
                </a:solidFill>
                <a:latin typeface="Calibri"/>
                <a:cs typeface="Calibri"/>
              </a:rPr>
              <a:t>هلم</a:t>
            </a:r>
            <a:r>
              <a:rPr dirty="0" sz="1400" spc="-180">
                <a:solidFill>
                  <a:srgbClr val="161717"/>
                </a:solidFill>
                <a:latin typeface="Calibri"/>
                <a:cs typeface="Calibri"/>
              </a:rPr>
              <a:t>ج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:  </a:t>
            </a:r>
            <a:r>
              <a:rPr dirty="0" sz="1400" spc="-290">
                <a:solidFill>
                  <a:srgbClr val="161717"/>
                </a:solidFill>
                <a:latin typeface="Calibri"/>
                <a:cs typeface="Calibri"/>
              </a:rPr>
              <a:t>رتلااب</a:t>
            </a:r>
            <a:r>
              <a:rPr dirty="0" sz="1400" spc="-2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45">
                <a:solidFill>
                  <a:srgbClr val="161717"/>
                </a:solidFill>
                <a:latin typeface="Calibri"/>
                <a:cs typeface="Calibri"/>
              </a:rPr>
              <a:t>تینما:</a:t>
            </a:r>
            <a:r>
              <a:rPr dirty="0" sz="14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زمر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25">
                <a:solidFill>
                  <a:srgbClr val="161717"/>
                </a:solidFill>
                <a:latin typeface="Calibri"/>
                <a:cs typeface="Calibri"/>
              </a:rPr>
              <a:t>هرهچ</a:t>
            </a:r>
            <a:r>
              <a:rPr dirty="0" sz="1400" spc="-1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10">
                <a:solidFill>
                  <a:srgbClr val="161717"/>
                </a:solidFill>
                <a:latin typeface="Calibri"/>
                <a:cs typeface="Calibri"/>
              </a:rPr>
              <a:t>صیخشت</a:t>
            </a:r>
            <a:r>
              <a:rPr dirty="0" sz="1400" spc="-3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15">
                <a:solidFill>
                  <a:srgbClr val="161717"/>
                </a:solidFill>
                <a:latin typeface="Calibri"/>
                <a:cs typeface="Calibri"/>
              </a:rPr>
              <a:t>،تشگنا</a:t>
            </a:r>
            <a:r>
              <a:rPr dirty="0" sz="1400" spc="-20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30">
                <a:solidFill>
                  <a:srgbClr val="161717"/>
                </a:solidFill>
                <a:latin typeface="Calibri"/>
                <a:cs typeface="Calibri"/>
              </a:rPr>
              <a:t>دننام</a:t>
            </a:r>
            <a:r>
              <a:rPr dirty="0" sz="14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یا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25">
                <a:solidFill>
                  <a:srgbClr val="161717"/>
                </a:solidFill>
                <a:latin typeface="Calibri"/>
                <a:cs typeface="Calibri"/>
              </a:rPr>
              <a:t>هتفش</a:t>
            </a:r>
            <a:r>
              <a:rPr dirty="0" baseline="17857" sz="2100" spc="-937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17857" sz="2100" spc="20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70">
                <a:solidFill>
                  <a:srgbClr val="161717"/>
                </a:solidFill>
                <a:latin typeface="Calibri"/>
                <a:cs typeface="Calibri"/>
              </a:rPr>
              <a:t>یپ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0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7857" sz="2100" spc="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ینما</a:t>
            </a:r>
            <a:r>
              <a:rPr dirty="0" sz="1400" spc="-1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10">
                <a:solidFill>
                  <a:srgbClr val="161717"/>
                </a:solidFill>
                <a:latin typeface="Calibri"/>
                <a:cs typeface="Calibri"/>
              </a:rPr>
              <a:t>یروانف</a:t>
            </a:r>
            <a:r>
              <a:rPr dirty="0" sz="1400" spc="-20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4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35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4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2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endParaRPr sz="1400">
              <a:latin typeface="Calibri"/>
              <a:cs typeface="Calibri"/>
            </a:endParaRPr>
          </a:p>
          <a:p>
            <a:pPr algn="r" marR="80645">
              <a:lnSpc>
                <a:spcPct val="100000"/>
              </a:lnSpc>
              <a:spcBef>
                <a:spcPts val="175"/>
              </a:spcBef>
            </a:pPr>
            <a:r>
              <a:rPr dirty="0" sz="1400" spc="-114">
                <a:solidFill>
                  <a:srgbClr val="161717"/>
                </a:solidFill>
                <a:latin typeface="Calibri"/>
                <a:cs typeface="Calibri"/>
              </a:rPr>
              <a:t>دنهد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29">
                <a:solidFill>
                  <a:srgbClr val="161717"/>
                </a:solidFill>
                <a:latin typeface="Calibri"/>
                <a:cs typeface="Calibri"/>
              </a:rPr>
              <a:t>شیازفا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65">
                <a:solidFill>
                  <a:srgbClr val="161717"/>
                </a:solidFill>
                <a:latin typeface="Calibri"/>
                <a:cs typeface="Calibri"/>
              </a:rPr>
              <a:t>هیجوت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65">
                <a:solidFill>
                  <a:srgbClr val="161717"/>
                </a:solidFill>
                <a:latin typeface="Calibri"/>
                <a:cs typeface="Calibri"/>
              </a:rPr>
              <a:t>لباق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نات</a:t>
            </a:r>
            <a:r>
              <a:rPr dirty="0" baseline="17857" sz="2100" spc="-352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-3968" sz="2100" spc="3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45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4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0">
                <a:solidFill>
                  <a:srgbClr val="161717"/>
                </a:solidFill>
                <a:latin typeface="Calibri"/>
                <a:cs typeface="Calibri"/>
              </a:rPr>
              <a:t>امش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راک</a:t>
            </a:r>
            <a:r>
              <a:rPr dirty="0" sz="1400" spc="-1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20">
                <a:solidFill>
                  <a:srgbClr val="161717"/>
                </a:solidFill>
                <a:latin typeface="Calibri"/>
                <a:cs typeface="Calibri"/>
              </a:rPr>
              <a:t>لحم</a:t>
            </a:r>
            <a:r>
              <a:rPr dirty="0" sz="14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65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70">
                <a:solidFill>
                  <a:srgbClr val="161717"/>
                </a:solidFill>
                <a:latin typeface="Calibri"/>
                <a:cs typeface="Calibri"/>
              </a:rPr>
              <a:t>هناخ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75">
                <a:solidFill>
                  <a:srgbClr val="161717"/>
                </a:solidFill>
                <a:latin typeface="Calibri"/>
                <a:cs typeface="Calibri"/>
              </a:rPr>
              <a:t>تینما</a:t>
            </a:r>
            <a:r>
              <a:rPr dirty="0" sz="14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دنناوت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0">
                <a:solidFill>
                  <a:srgbClr val="161717"/>
                </a:solidFill>
                <a:latin typeface="Calibri"/>
                <a:cs typeface="Calibri"/>
              </a:rPr>
              <a:t>هک</a:t>
            </a:r>
            <a:r>
              <a:rPr dirty="0" sz="1400" spc="-1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دننک</a:t>
            </a:r>
            <a:r>
              <a:rPr dirty="0" sz="1400" spc="-1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80">
                <a:solidFill>
                  <a:srgbClr val="161717"/>
                </a:solidFill>
                <a:latin typeface="Calibri"/>
                <a:cs typeface="Calibri"/>
              </a:rPr>
              <a:t>روبع.</a:t>
            </a:r>
            <a:endParaRPr sz="1400">
              <a:latin typeface="Calibri"/>
              <a:cs typeface="Calibri"/>
            </a:endParaRPr>
          </a:p>
          <a:p>
            <a:pPr algn="r" marL="2275205" marR="80645" indent="-1738630">
              <a:lnSpc>
                <a:spcPct val="117100"/>
              </a:lnSpc>
            </a:pPr>
            <a:r>
              <a:rPr dirty="0" sz="1400" spc="-43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23809" sz="21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55">
                <a:solidFill>
                  <a:srgbClr val="161717"/>
                </a:solidFill>
                <a:latin typeface="Calibri"/>
                <a:cs typeface="Calibri"/>
              </a:rPr>
              <a:t>شیب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7857" sz="2100" spc="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حار:</a:t>
            </a:r>
            <a:r>
              <a:rPr dirty="0" sz="1400" spc="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4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4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7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4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75">
                <a:solidFill>
                  <a:srgbClr val="161717"/>
                </a:solidFill>
                <a:latin typeface="Calibri"/>
                <a:cs typeface="Calibri"/>
              </a:rPr>
              <a:t>دیناوت</a:t>
            </a:r>
            <a:r>
              <a:rPr dirty="0" sz="1400" spc="-2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-2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25">
                <a:solidFill>
                  <a:srgbClr val="161717"/>
                </a:solidFill>
                <a:latin typeface="Calibri"/>
                <a:cs typeface="Calibri"/>
              </a:rPr>
              <a:t>نیاربانب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54">
                <a:solidFill>
                  <a:srgbClr val="161717"/>
                </a:solidFill>
                <a:latin typeface="Calibri"/>
                <a:cs typeface="Calibri"/>
              </a:rPr>
              <a:t>،دنرب</a:t>
            </a:r>
            <a:r>
              <a:rPr dirty="0" sz="1400" spc="-2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15873" sz="2100" spc="-457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-3968" sz="2100" spc="-4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785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4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4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50">
                <a:solidFill>
                  <a:srgbClr val="161717"/>
                </a:solidFill>
                <a:latin typeface="Calibri"/>
                <a:cs typeface="Calibri"/>
              </a:rPr>
              <a:t>دیلکزا</a:t>
            </a:r>
            <a:r>
              <a:rPr dirty="0" sz="1400" spc="-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2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45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25">
                <a:solidFill>
                  <a:srgbClr val="161717"/>
                </a:solidFill>
                <a:latin typeface="Calibri"/>
                <a:cs typeface="Calibri"/>
              </a:rPr>
              <a:t>زاین</a:t>
            </a:r>
            <a:r>
              <a:rPr dirty="0" sz="1400" spc="-2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35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70">
                <a:solidFill>
                  <a:srgbClr val="161717"/>
                </a:solidFill>
                <a:latin typeface="Calibri"/>
                <a:cs typeface="Calibri"/>
              </a:rPr>
              <a:t>لفق </a:t>
            </a:r>
            <a:r>
              <a:rPr dirty="0" sz="1400" spc="-3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90">
                <a:solidFill>
                  <a:srgbClr val="161717"/>
                </a:solidFill>
                <a:latin typeface="Calibri"/>
                <a:cs typeface="Calibri"/>
              </a:rPr>
              <a:t>دینکزاب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09">
                <a:solidFill>
                  <a:srgbClr val="161717"/>
                </a:solidFill>
                <a:latin typeface="Calibri"/>
                <a:cs typeface="Calibri"/>
              </a:rPr>
              <a:t>کیت</a:t>
            </a:r>
            <a:r>
              <a:rPr dirty="0" baseline="23809" sz="21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45">
                <a:solidFill>
                  <a:srgbClr val="161717"/>
                </a:solidFill>
                <a:latin typeface="Calibri"/>
                <a:cs typeface="Calibri"/>
              </a:rPr>
              <a:t>مویب</a:t>
            </a:r>
            <a:r>
              <a:rPr dirty="0" sz="14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0">
                <a:solidFill>
                  <a:srgbClr val="161717"/>
                </a:solidFill>
                <a:latin typeface="Calibri"/>
                <a:cs typeface="Calibri"/>
              </a:rPr>
              <a:t>شور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15">
                <a:solidFill>
                  <a:srgbClr val="161717"/>
                </a:solidFill>
                <a:latin typeface="Calibri"/>
                <a:cs typeface="Calibri"/>
              </a:rPr>
              <a:t>ریاس</a:t>
            </a:r>
            <a:r>
              <a:rPr dirty="0" sz="14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65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54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4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25">
                <a:solidFill>
                  <a:srgbClr val="161717"/>
                </a:solidFill>
                <a:latin typeface="Calibri"/>
                <a:cs typeface="Calibri"/>
              </a:rPr>
              <a:t>،هارمه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40">
                <a:solidFill>
                  <a:srgbClr val="161717"/>
                </a:solidFill>
                <a:latin typeface="Calibri"/>
                <a:cs typeface="Calibri"/>
              </a:rPr>
              <a:t>نفلت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65">
                <a:solidFill>
                  <a:srgbClr val="161717"/>
                </a:solidFill>
                <a:latin typeface="Calibri"/>
                <a:cs typeface="Calibri"/>
              </a:rPr>
              <a:t>هدافتسا.</a:t>
            </a:r>
            <a:endParaRPr sz="1400">
              <a:latin typeface="Calibri"/>
              <a:cs typeface="Calibri"/>
            </a:endParaRPr>
          </a:p>
          <a:p>
            <a:pPr algn="r" marL="234950" marR="81915" indent="-76200">
              <a:lnSpc>
                <a:spcPts val="1970"/>
              </a:lnSpc>
              <a:spcBef>
                <a:spcPts val="110"/>
              </a:spcBef>
            </a:pPr>
            <a:r>
              <a:rPr dirty="0" sz="1400" spc="-25">
                <a:solidFill>
                  <a:srgbClr val="161717"/>
                </a:solidFill>
                <a:latin typeface="Calibri"/>
                <a:cs typeface="Calibri"/>
              </a:rPr>
              <a:t>رود </a:t>
            </a:r>
            <a:r>
              <a:rPr dirty="0" sz="1400" spc="-210">
                <a:solidFill>
                  <a:srgbClr val="161717"/>
                </a:solidFill>
                <a:latin typeface="Calibri"/>
                <a:cs typeface="Calibri"/>
              </a:rPr>
              <a:t>هار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لت</a:t>
            </a:r>
            <a:r>
              <a:rPr dirty="0" baseline="23809" sz="2100" spc="-419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80">
                <a:solidFill>
                  <a:srgbClr val="161717"/>
                </a:solidFill>
                <a:latin typeface="Calibri"/>
                <a:cs typeface="Calibri"/>
              </a:rPr>
              <a:t>نک</a:t>
            </a:r>
            <a:r>
              <a:rPr dirty="0" sz="1400" spc="-1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80">
                <a:solidFill>
                  <a:srgbClr val="161717"/>
                </a:solidFill>
                <a:latin typeface="Calibri"/>
                <a:cs typeface="Calibri"/>
              </a:rPr>
              <a:t>تیلباق: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0">
                <a:solidFill>
                  <a:srgbClr val="161717"/>
                </a:solidFill>
                <a:latin typeface="Calibri"/>
                <a:cs typeface="Calibri"/>
              </a:rPr>
              <a:t>یاه </a:t>
            </a:r>
            <a:r>
              <a:rPr dirty="0" sz="1400" spc="-370">
                <a:solidFill>
                  <a:srgbClr val="161717"/>
                </a:solidFill>
                <a:latin typeface="Calibri"/>
                <a:cs typeface="Calibri"/>
              </a:rPr>
              <a:t>هاگتسد</a:t>
            </a:r>
            <a:r>
              <a:rPr dirty="0" sz="14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15">
                <a:solidFill>
                  <a:srgbClr val="161717"/>
                </a:solidFill>
                <a:latin typeface="Calibri"/>
                <a:cs typeface="Calibri"/>
              </a:rPr>
              <a:t>ریاس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70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400" spc="-2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50">
                <a:solidFill>
                  <a:srgbClr val="161717"/>
                </a:solidFill>
                <a:latin typeface="Calibri"/>
                <a:cs typeface="Calibri"/>
              </a:rPr>
              <a:t>هارمه</a:t>
            </a:r>
            <a:r>
              <a:rPr dirty="0" sz="14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40">
                <a:solidFill>
                  <a:srgbClr val="161717"/>
                </a:solidFill>
                <a:latin typeface="Calibri"/>
                <a:cs typeface="Calibri"/>
              </a:rPr>
              <a:t>نفلت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2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61717"/>
                </a:solidFill>
                <a:latin typeface="Calibri"/>
                <a:cs typeface="Calibri"/>
              </a:rPr>
              <a:t>رود </a:t>
            </a:r>
            <a:r>
              <a:rPr dirty="0" sz="1400" spc="-210">
                <a:solidFill>
                  <a:srgbClr val="161717"/>
                </a:solidFill>
                <a:latin typeface="Calibri"/>
                <a:cs typeface="Calibri"/>
              </a:rPr>
              <a:t>هار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400" spc="-200">
                <a:solidFill>
                  <a:srgbClr val="161717"/>
                </a:solidFill>
                <a:latin typeface="Calibri"/>
                <a:cs typeface="Calibri"/>
              </a:rPr>
              <a:t>ناوت</a:t>
            </a:r>
            <a:r>
              <a:rPr dirty="0" sz="1400" spc="-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400" spc="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40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400" spc="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 </a:t>
            </a:r>
            <a:r>
              <a:rPr dirty="0" sz="1400" spc="-320">
                <a:solidFill>
                  <a:srgbClr val="161717"/>
                </a:solidFill>
                <a:latin typeface="Calibri"/>
                <a:cs typeface="Calibri"/>
              </a:rPr>
              <a:t>لفق </a:t>
            </a:r>
            <a:r>
              <a:rPr dirty="0" sz="1400" spc="-3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درک</a:t>
            </a:r>
            <a:r>
              <a:rPr dirty="0" sz="1400" spc="-1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لت</a:t>
            </a:r>
            <a:r>
              <a:rPr dirty="0" baseline="23809" sz="2100" spc="-14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80">
                <a:solidFill>
                  <a:srgbClr val="161717"/>
                </a:solidFill>
                <a:latin typeface="Calibri"/>
                <a:cs typeface="Calibri"/>
              </a:rPr>
              <a:t>نک</a:t>
            </a:r>
            <a:r>
              <a:rPr dirty="0" sz="1400" spc="-1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20">
                <a:solidFill>
                  <a:srgbClr val="161717"/>
                </a:solidFill>
                <a:latin typeface="Calibri"/>
                <a:cs typeface="Calibri"/>
              </a:rPr>
              <a:t>دنمشوه.</a:t>
            </a:r>
            <a:r>
              <a:rPr dirty="0" sz="1400" spc="2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20">
                <a:solidFill>
                  <a:srgbClr val="161717"/>
                </a:solidFill>
                <a:latin typeface="Calibri"/>
                <a:cs typeface="Calibri"/>
              </a:rPr>
              <a:t>لحم</a:t>
            </a:r>
            <a:r>
              <a:rPr dirty="0" sz="14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70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75">
                <a:solidFill>
                  <a:srgbClr val="161717"/>
                </a:solidFill>
                <a:latin typeface="Calibri"/>
                <a:cs typeface="Calibri"/>
              </a:rPr>
              <a:t>هناخ</a:t>
            </a:r>
            <a:r>
              <a:rPr dirty="0" sz="14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30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05">
                <a:solidFill>
                  <a:srgbClr val="161717"/>
                </a:solidFill>
                <a:latin typeface="Calibri"/>
                <a:cs typeface="Calibri"/>
              </a:rPr>
              <a:t>سیت</a:t>
            </a:r>
            <a:r>
              <a:rPr dirty="0" baseline="23809" sz="2100" spc="-14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00">
                <a:solidFill>
                  <a:srgbClr val="161717"/>
                </a:solidFill>
                <a:latin typeface="Calibri"/>
                <a:cs typeface="Calibri"/>
              </a:rPr>
              <a:t>سد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لت</a:t>
            </a:r>
            <a:r>
              <a:rPr dirty="0" baseline="23809" sz="2100" spc="-14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80">
                <a:solidFill>
                  <a:srgbClr val="161717"/>
                </a:solidFill>
                <a:latin typeface="Calibri"/>
                <a:cs typeface="Calibri"/>
              </a:rPr>
              <a:t>نک</a:t>
            </a:r>
            <a:r>
              <a:rPr dirty="0" sz="1400" spc="-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65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95">
                <a:solidFill>
                  <a:srgbClr val="161717"/>
                </a:solidFill>
                <a:latin typeface="Calibri"/>
                <a:cs typeface="Calibri"/>
              </a:rPr>
              <a:t>نانامهم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8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00">
                <a:solidFill>
                  <a:srgbClr val="161717"/>
                </a:solidFill>
                <a:latin typeface="Calibri"/>
                <a:cs typeface="Calibri"/>
              </a:rPr>
              <a:t>ندرکزاب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4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20">
                <a:solidFill>
                  <a:srgbClr val="161717"/>
                </a:solidFill>
                <a:latin typeface="Calibri"/>
                <a:cs typeface="Calibri"/>
              </a:rPr>
              <a:t>دناوت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90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baseline="37698" sz="2100" spc="-58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400" spc="-390">
                <a:solidFill>
                  <a:srgbClr val="161717"/>
                </a:solidFill>
                <a:latin typeface="Calibri"/>
                <a:cs typeface="Calibri"/>
              </a:rPr>
              <a:t>ژیو</a:t>
            </a:r>
            <a:r>
              <a:rPr dirty="0" sz="14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9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endParaRPr sz="1400">
              <a:latin typeface="Calibri"/>
              <a:cs typeface="Calibri"/>
            </a:endParaRPr>
          </a:p>
          <a:p>
            <a:pPr algn="r" marR="83820">
              <a:lnSpc>
                <a:spcPct val="100000"/>
              </a:lnSpc>
              <a:spcBef>
                <a:spcPts val="175"/>
              </a:spcBef>
            </a:pPr>
            <a:r>
              <a:rPr dirty="0" sz="1400" spc="114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400" spc="-39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400" spc="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400" spc="-785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4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114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400" spc="-53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400" spc="-330">
                <a:solidFill>
                  <a:srgbClr val="161717"/>
                </a:solidFill>
                <a:latin typeface="Calibri"/>
                <a:cs typeface="Calibri"/>
              </a:rPr>
              <a:t>فم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8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400" spc="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3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400" spc="-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400" spc="-125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400" spc="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400" spc="-735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algn="r" marL="222250" marR="81915" indent="4784090">
              <a:lnSpc>
                <a:spcPct val="115700"/>
              </a:lnSpc>
              <a:spcBef>
                <a:spcPts val="25"/>
              </a:spcBef>
            </a:pPr>
            <a:r>
              <a:rPr dirty="0" sz="1400" spc="14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400" spc="-125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400" spc="-32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400" spc="6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400" spc="-19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400" spc="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400" spc="-19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4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6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400" spc="-495">
                <a:solidFill>
                  <a:srgbClr val="161717"/>
                </a:solidFill>
                <a:latin typeface="Calibri"/>
                <a:cs typeface="Calibri"/>
              </a:rPr>
              <a:t>فق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80">
                <a:solidFill>
                  <a:srgbClr val="161717"/>
                </a:solidFill>
                <a:latin typeface="Calibri"/>
                <a:cs typeface="Calibri"/>
              </a:rPr>
              <a:t>ع</a:t>
            </a:r>
            <a:r>
              <a:rPr dirty="0" sz="1400" spc="-8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400" spc="6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400" spc="-434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ا 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50">
                <a:solidFill>
                  <a:srgbClr val="161717"/>
                </a:solidFill>
                <a:latin typeface="Calibri"/>
                <a:cs typeface="Calibri"/>
              </a:rPr>
              <a:t>هتسد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45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4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7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85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4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25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400" spc="-2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400" spc="-1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2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0">
                <a:solidFill>
                  <a:srgbClr val="161717"/>
                </a:solidFill>
                <a:latin typeface="Calibri"/>
                <a:cs typeface="Calibri"/>
              </a:rPr>
              <a:t>دروم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10">
                <a:solidFill>
                  <a:srgbClr val="161717"/>
                </a:solidFill>
                <a:latin typeface="Calibri"/>
                <a:cs typeface="Calibri"/>
              </a:rPr>
              <a:t>یروانف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29">
                <a:solidFill>
                  <a:srgbClr val="161717"/>
                </a:solidFill>
                <a:latin typeface="Calibri"/>
                <a:cs typeface="Calibri"/>
              </a:rPr>
              <a:t>عون</a:t>
            </a:r>
            <a:r>
              <a:rPr dirty="0" sz="1400" spc="-1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85">
                <a:solidFill>
                  <a:srgbClr val="161717"/>
                </a:solidFill>
                <a:latin typeface="Calibri"/>
                <a:cs typeface="Calibri"/>
              </a:rPr>
              <a:t>ساسا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رب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00">
                <a:solidFill>
                  <a:srgbClr val="161717"/>
                </a:solidFill>
                <a:latin typeface="Calibri"/>
                <a:cs typeface="Calibri"/>
              </a:rPr>
              <a:t>ناوت</a:t>
            </a:r>
            <a:r>
              <a:rPr dirty="0" sz="14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-2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4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35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2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endParaRPr sz="1400">
              <a:latin typeface="Calibri"/>
              <a:cs typeface="Calibri"/>
            </a:endParaRPr>
          </a:p>
          <a:p>
            <a:pPr algn="just" marL="421005" marR="80645" indent="5104130">
              <a:lnSpc>
                <a:spcPct val="117100"/>
              </a:lnSpc>
              <a:spcBef>
                <a:spcPts val="5"/>
              </a:spcBef>
            </a:pPr>
            <a:r>
              <a:rPr dirty="0" sz="1400" spc="-19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400" spc="6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400" spc="-600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4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1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400" spc="-53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400" spc="-26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400" spc="-78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4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400" spc="-80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ز:  </a:t>
            </a:r>
            <a:r>
              <a:rPr dirty="0" sz="1400" spc="-165">
                <a:solidFill>
                  <a:srgbClr val="161717"/>
                </a:solidFill>
                <a:latin typeface="Calibri"/>
                <a:cs typeface="Calibri"/>
              </a:rPr>
              <a:t>یدک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لفق: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دننک</a:t>
            </a:r>
            <a:r>
              <a:rPr dirty="0" sz="14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400" spc="-7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400" spc="1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85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4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25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4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400" spc="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یددع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دک</a:t>
            </a:r>
            <a:r>
              <a:rPr dirty="0" sz="14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r>
              <a:rPr dirty="0" sz="14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4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1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15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400" spc="-2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30">
                <a:solidFill>
                  <a:srgbClr val="161717"/>
                </a:solidFill>
                <a:latin typeface="Calibri"/>
                <a:cs typeface="Calibri"/>
              </a:rPr>
              <a:t>نیا. </a:t>
            </a:r>
            <a:r>
              <a:rPr dirty="0" sz="1400" spc="-3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05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25793" sz="2100" spc="-3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راک</a:t>
            </a:r>
            <a:r>
              <a:rPr dirty="0" sz="1400" spc="-2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لفق:</a:t>
            </a:r>
            <a:r>
              <a:rPr dirty="0" sz="1400" spc="-229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25">
                <a:solidFill>
                  <a:srgbClr val="161717"/>
                </a:solidFill>
                <a:latin typeface="Calibri"/>
                <a:cs typeface="Calibri"/>
              </a:rPr>
              <a:t>تراک</a:t>
            </a:r>
            <a:r>
              <a:rPr dirty="0" sz="14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r>
              <a:rPr dirty="0" sz="1400" spc="-2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2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15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400" spc="-3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90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61717"/>
                </a:solidFill>
                <a:latin typeface="Calibri"/>
                <a:cs typeface="Calibri"/>
              </a:rPr>
              <a:t>RFID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دننک</a:t>
            </a:r>
            <a:r>
              <a:rPr dirty="0" sz="1400" spc="-2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-2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2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8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85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400" spc="-1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25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4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400" spc="-2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85">
                <a:solidFill>
                  <a:srgbClr val="161717"/>
                </a:solidFill>
                <a:latin typeface="Calibri"/>
                <a:cs typeface="Calibri"/>
              </a:rPr>
              <a:t>یارب.</a:t>
            </a:r>
            <a:endParaRPr sz="1400">
              <a:latin typeface="Calibri"/>
              <a:cs typeface="Calibri"/>
            </a:endParaRPr>
          </a:p>
          <a:p>
            <a:pPr algn="r" marL="79375" marR="78105" indent="12065">
              <a:lnSpc>
                <a:spcPts val="1970"/>
              </a:lnSpc>
              <a:spcBef>
                <a:spcPts val="110"/>
              </a:spcBef>
            </a:pPr>
            <a:r>
              <a:rPr dirty="0" sz="1400" spc="-43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7857" sz="2100" spc="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35">
                <a:solidFill>
                  <a:srgbClr val="161717"/>
                </a:solidFill>
                <a:latin typeface="Calibri"/>
                <a:cs typeface="Calibri"/>
              </a:rPr>
              <a:t>شگنا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لفق:</a:t>
            </a:r>
            <a:r>
              <a:rPr dirty="0" sz="1400" spc="-229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95">
                <a:solidFill>
                  <a:srgbClr val="161717"/>
                </a:solidFill>
                <a:latin typeface="Calibri"/>
                <a:cs typeface="Calibri"/>
              </a:rPr>
              <a:t>دننک</a:t>
            </a:r>
            <a:r>
              <a:rPr dirty="0" sz="1400" spc="-2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2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400" spc="-80">
                <a:solidFill>
                  <a:srgbClr val="161717"/>
                </a:solidFill>
                <a:latin typeface="Calibri"/>
                <a:cs typeface="Calibri"/>
              </a:rPr>
              <a:t>برد </a:t>
            </a:r>
            <a:r>
              <a:rPr dirty="0" sz="1400" spc="-185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30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4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400" spc="-1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4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25">
                <a:solidFill>
                  <a:srgbClr val="161717"/>
                </a:solidFill>
                <a:latin typeface="Calibri"/>
                <a:cs typeface="Calibri"/>
              </a:rPr>
              <a:t>ربراک</a:t>
            </a:r>
            <a:r>
              <a:rPr dirty="0" sz="14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54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400" spc="-1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400" spc="-1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2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400" spc="-315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400" spc="-3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30">
                <a:solidFill>
                  <a:srgbClr val="161717"/>
                </a:solidFill>
                <a:latin typeface="Calibri"/>
                <a:cs typeface="Calibri"/>
              </a:rPr>
              <a:t>نیا. </a:t>
            </a:r>
            <a:r>
              <a:rPr dirty="0" sz="14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25">
                <a:solidFill>
                  <a:srgbClr val="161717"/>
                </a:solidFill>
                <a:latin typeface="Calibri"/>
                <a:cs typeface="Calibri"/>
              </a:rPr>
              <a:t>هرهچ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15">
                <a:solidFill>
                  <a:srgbClr val="161717"/>
                </a:solidFill>
                <a:latin typeface="Calibri"/>
                <a:cs typeface="Calibri"/>
              </a:rPr>
              <a:t>صیخشت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لفق:</a:t>
            </a:r>
            <a:r>
              <a:rPr dirty="0" sz="1400" spc="3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95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8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85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4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30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4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5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35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4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25">
                <a:solidFill>
                  <a:srgbClr val="161717"/>
                </a:solidFill>
                <a:latin typeface="Calibri"/>
                <a:cs typeface="Calibri"/>
              </a:rPr>
              <a:t>ربراک</a:t>
            </a:r>
            <a:r>
              <a:rPr dirty="0" sz="14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25">
                <a:solidFill>
                  <a:srgbClr val="161717"/>
                </a:solidFill>
                <a:latin typeface="Calibri"/>
                <a:cs typeface="Calibri"/>
              </a:rPr>
              <a:t>هرهچ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15">
                <a:solidFill>
                  <a:srgbClr val="161717"/>
                </a:solidFill>
                <a:latin typeface="Calibri"/>
                <a:cs typeface="Calibri"/>
              </a:rPr>
              <a:t>صیخشت</a:t>
            </a:r>
            <a:r>
              <a:rPr dirty="0" sz="1400" spc="-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400" spc="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0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4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4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4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315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4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19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endParaRPr sz="1400">
              <a:latin typeface="Calibri"/>
              <a:cs typeface="Calibri"/>
            </a:endParaRPr>
          </a:p>
          <a:p>
            <a:pPr algn="r" marR="80645">
              <a:lnSpc>
                <a:spcPct val="100000"/>
              </a:lnSpc>
              <a:spcBef>
                <a:spcPts val="175"/>
              </a:spcBef>
            </a:pPr>
            <a:r>
              <a:rPr dirty="0" sz="1400" spc="114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400" spc="-360">
                <a:solidFill>
                  <a:srgbClr val="161717"/>
                </a:solidFill>
                <a:latin typeface="Calibri"/>
                <a:cs typeface="Calibri"/>
              </a:rPr>
              <a:t>نن</a:t>
            </a:r>
            <a:r>
              <a:rPr dirty="0" sz="1400" spc="-600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4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400" spc="-240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400" spc="-5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36" y="151892"/>
            <a:ext cx="1701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د</a:t>
            </a:r>
            <a:r>
              <a:rPr dirty="0" spc="-260"/>
              <a:t>ن</a:t>
            </a:r>
            <a:r>
              <a:rPr dirty="0" spc="-210"/>
              <a:t>م</a:t>
            </a:r>
            <a:r>
              <a:rPr dirty="0" spc="-620"/>
              <a:t>ش</a:t>
            </a:r>
            <a:r>
              <a:rPr dirty="0" spc="80"/>
              <a:t>و</a:t>
            </a:r>
            <a:r>
              <a:rPr dirty="0" spc="-285"/>
              <a:t>ه</a:t>
            </a:r>
            <a:r>
              <a:rPr dirty="0" spc="-20"/>
              <a:t> </a:t>
            </a:r>
            <a:r>
              <a:rPr dirty="0"/>
              <a:t>ی</a:t>
            </a:r>
            <a:r>
              <a:rPr dirty="0" spc="80"/>
              <a:t>ا</a:t>
            </a:r>
            <a:r>
              <a:rPr dirty="0" spc="-285"/>
              <a:t>ه</a:t>
            </a:r>
            <a:r>
              <a:rPr dirty="0" spc="-15"/>
              <a:t> </a:t>
            </a:r>
            <a:r>
              <a:rPr dirty="0" spc="55"/>
              <a:t>ل</a:t>
            </a:r>
            <a:r>
              <a:rPr dirty="0" spc="-890"/>
              <a:t>ف</a:t>
            </a:r>
            <a:r>
              <a:rPr dirty="0" spc="-530"/>
              <a:t>ق</a:t>
            </a:r>
            <a:r>
              <a:rPr dirty="0" spc="-5"/>
              <a:t> </a:t>
            </a:r>
            <a:r>
              <a:rPr dirty="0" spc="-165"/>
              <a:t>ع</a:t>
            </a:r>
            <a:r>
              <a:rPr dirty="0" spc="-95"/>
              <a:t>ا</a:t>
            </a:r>
            <a:r>
              <a:rPr dirty="0" spc="-235"/>
              <a:t>و</a:t>
            </a:r>
            <a:r>
              <a:rPr dirty="0" spc="-265"/>
              <a:t>ن</a:t>
            </a:r>
            <a:r>
              <a:rPr dirty="0" u="none" sz="2400">
                <a:solidFill>
                  <a:srgbClr val="000000"/>
                </a:solidFill>
              </a:rPr>
              <a:t>ا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705916" y="1883790"/>
            <a:ext cx="6377305" cy="109855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algn="r" marR="33020">
              <a:lnSpc>
                <a:spcPct val="100000"/>
              </a:lnSpc>
              <a:spcBef>
                <a:spcPts val="365"/>
              </a:spcBef>
            </a:pP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عاونا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5">
                <a:solidFill>
                  <a:srgbClr val="161717"/>
                </a:solidFill>
                <a:latin typeface="Calibri"/>
                <a:cs typeface="Calibri"/>
              </a:rPr>
              <a:t>نیرت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بوبحم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45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r>
              <a:rPr dirty="0" baseline="20833" sz="1800" spc="67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0833" sz="1800" spc="-11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رب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112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75">
                <a:solidFill>
                  <a:srgbClr val="161717"/>
                </a:solidFill>
                <a:latin typeface="Calibri"/>
                <a:cs typeface="Calibri"/>
              </a:rPr>
              <a:t>دنراد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صاخ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بیاعم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ایازم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مادکره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80">
                <a:solidFill>
                  <a:srgbClr val="161717"/>
                </a:solidFill>
                <a:latin typeface="Calibri"/>
                <a:cs typeface="Calibri"/>
              </a:rPr>
              <a:t>هک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دراد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دوجو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baseline="25462" sz="1800" spc="-209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5462" sz="1800" spc="-4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لتخم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5">
                <a:solidFill>
                  <a:srgbClr val="161717"/>
                </a:solidFill>
                <a:latin typeface="Calibri"/>
                <a:cs typeface="Calibri"/>
              </a:rPr>
              <a:t>عاون</a:t>
            </a:r>
            <a:endParaRPr sz="1200">
              <a:latin typeface="Calibri"/>
              <a:cs typeface="Calibri"/>
            </a:endParaRPr>
          </a:p>
          <a:p>
            <a:pPr algn="r" marL="38100" marR="30480" indent="5326380">
              <a:lnSpc>
                <a:spcPct val="116700"/>
              </a:lnSpc>
              <a:spcBef>
                <a:spcPts val="20"/>
              </a:spcBef>
            </a:pP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82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3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ع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:  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یدک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لفق: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75">
                <a:solidFill>
                  <a:srgbClr val="161717"/>
                </a:solidFill>
                <a:latin typeface="Calibri"/>
                <a:cs typeface="Calibri"/>
              </a:rPr>
              <a:t>میقر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8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ات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4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لا</a:t>
            </a:r>
            <a:r>
              <a:rPr dirty="0" baseline="34722" sz="1800" spc="-450">
                <a:solidFill>
                  <a:srgbClr val="161717"/>
                </a:solidFill>
                <a:latin typeface="Calibri"/>
                <a:cs typeface="Calibri"/>
              </a:rPr>
              <a:t>ً</a:t>
            </a:r>
            <a:r>
              <a:rPr dirty="0" baseline="34722" sz="1800" spc="32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ومعم 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اهدک </a:t>
            </a:r>
            <a:r>
              <a:rPr dirty="0" baseline="4629" sz="1800" spc="-315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دننک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 می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2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برد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ندرک </a:t>
            </a:r>
            <a:r>
              <a:rPr dirty="0" sz="1200" spc="-450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یددع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دک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40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2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نکمم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اهنآ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،لاح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104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تسا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5">
                <a:solidFill>
                  <a:srgbClr val="161717"/>
                </a:solidFill>
                <a:latin typeface="Calibri"/>
                <a:cs typeface="Calibri"/>
              </a:rPr>
              <a:t>ناسآ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اهنآ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دنتسه</a:t>
            </a:r>
            <a:r>
              <a:rPr dirty="0" sz="1200" spc="-2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نازرا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34722" sz="1800" spc="-89">
                <a:solidFill>
                  <a:srgbClr val="161717"/>
                </a:solidFill>
                <a:latin typeface="Calibri"/>
                <a:cs typeface="Calibri"/>
              </a:rPr>
              <a:t>ً</a:t>
            </a:r>
            <a:r>
              <a:rPr dirty="0" baseline="34722" sz="18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65">
                <a:solidFill>
                  <a:srgbClr val="161717"/>
                </a:solidFill>
                <a:latin typeface="Calibri"/>
                <a:cs typeface="Calibri"/>
              </a:rPr>
              <a:t>تبسن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یدک 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7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داد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-4629" sz="18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34">
                <a:solidFill>
                  <a:srgbClr val="161717"/>
                </a:solidFill>
                <a:latin typeface="Calibri"/>
                <a:cs typeface="Calibri"/>
              </a:rPr>
              <a:t>یغت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هاوخلد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اهنآ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ناوت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دنتسه</a:t>
            </a:r>
            <a:endParaRPr sz="1200">
              <a:latin typeface="Calibri"/>
              <a:cs typeface="Calibri"/>
            </a:endParaRPr>
          </a:p>
          <a:p>
            <a:pPr marL="2489200">
              <a:lnSpc>
                <a:spcPct val="100000"/>
              </a:lnSpc>
              <a:spcBef>
                <a:spcPts val="240"/>
              </a:spcBef>
            </a:pP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دنوش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که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رگید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دارفا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طسوت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دنناوت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اهدک</a:t>
            </a:r>
            <a:r>
              <a:rPr dirty="0" sz="1200" spc="-1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اریز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،دنشابن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هنیزگ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5">
                <a:solidFill>
                  <a:srgbClr val="161717"/>
                </a:solidFill>
                <a:latin typeface="Calibri"/>
                <a:cs typeface="Calibri"/>
              </a:rPr>
              <a:t>نیرت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نمیا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تسا.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540" y="4576064"/>
            <a:ext cx="6336030" cy="882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5307965">
              <a:lnSpc>
                <a:spcPct val="116700"/>
              </a:lnSpc>
              <a:spcBef>
                <a:spcPts val="100"/>
              </a:spcBef>
            </a:pPr>
            <a:r>
              <a:rPr dirty="0" sz="1200" spc="12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7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12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509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60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ق  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25462" sz="1800" spc="-555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25462" sz="1800" spc="-5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راک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لفق: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تراک </a:t>
            </a:r>
            <a:r>
              <a:rPr dirty="0" sz="1200" spc="-240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r>
              <a:rPr dirty="0" sz="1200" spc="-2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RFID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یواح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لا</a:t>
            </a:r>
            <a:r>
              <a:rPr dirty="0" baseline="34722" sz="1800" spc="-450">
                <a:solidFill>
                  <a:srgbClr val="161717"/>
                </a:solidFill>
                <a:latin typeface="Calibri"/>
                <a:cs typeface="Calibri"/>
              </a:rPr>
              <a:t>ً</a:t>
            </a:r>
            <a:r>
              <a:rPr dirty="0" baseline="34722" sz="1800" spc="32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ومعم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تراک </a:t>
            </a:r>
            <a:r>
              <a:rPr dirty="0" baseline="4629" sz="1800" spc="-322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دننک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برد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ندرک </a:t>
            </a:r>
            <a:r>
              <a:rPr dirty="0" sz="1200" spc="-450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 یارب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رتراوشد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تراک</a:t>
            </a:r>
            <a:r>
              <a:rPr dirty="0" sz="1200" spc="-1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اریز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،دنتسه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یدک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رت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نمیا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25462" sz="1800" spc="-555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25462" sz="1800" spc="-4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راک 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277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دنک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رارقرب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40">
                <a:solidFill>
                  <a:srgbClr val="161717"/>
                </a:solidFill>
                <a:latin typeface="Calibri"/>
                <a:cs typeface="Calibri"/>
              </a:rPr>
              <a:t>طابترا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5">
                <a:solidFill>
                  <a:srgbClr val="161717"/>
                </a:solidFill>
                <a:latin typeface="Calibri"/>
                <a:cs typeface="Calibri"/>
              </a:rPr>
              <a:t>هکدنتسه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کچوک </a:t>
            </a:r>
            <a:r>
              <a:rPr dirty="0" sz="1200" spc="-275">
                <a:solidFill>
                  <a:srgbClr val="161717"/>
                </a:solidFill>
                <a:latin typeface="Calibri"/>
                <a:cs typeface="Calibri"/>
              </a:rPr>
              <a:t>هشارت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endParaRPr sz="1200">
              <a:latin typeface="Calibri"/>
              <a:cs typeface="Calibri"/>
            </a:endParaRPr>
          </a:p>
          <a:p>
            <a:pPr marL="1967864">
              <a:lnSpc>
                <a:spcPct val="100000"/>
              </a:lnSpc>
              <a:spcBef>
                <a:spcPts val="260"/>
              </a:spcBef>
            </a:pP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دنشاب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یدک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رت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نارگ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80">
                <a:solidFill>
                  <a:srgbClr val="161717"/>
                </a:solidFill>
                <a:latin typeface="Calibri"/>
                <a:cs typeface="Calibri"/>
              </a:rPr>
              <a:t>میک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تسا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نکمم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اهنآ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،لاح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179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دنوش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که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اهدکزا.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396" y="6920610"/>
            <a:ext cx="6344285" cy="878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38100" marR="30480" indent="5307965">
              <a:lnSpc>
                <a:spcPct val="116700"/>
              </a:lnSpc>
              <a:spcBef>
                <a:spcPts val="100"/>
              </a:spcBef>
            </a:pPr>
            <a:r>
              <a:rPr dirty="0" sz="1200" spc="12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60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75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9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25462" sz="1800" spc="-480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25462" sz="1800" spc="-5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8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40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60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ق 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لفق:</a:t>
            </a:r>
            <a:r>
              <a:rPr dirty="0" sz="1200" spc="229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315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دننک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برد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ندرک </a:t>
            </a:r>
            <a:r>
              <a:rPr dirty="0" sz="1200" spc="-445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80">
                <a:solidFill>
                  <a:srgbClr val="161717"/>
                </a:solidFill>
                <a:latin typeface="Calibri"/>
                <a:cs typeface="Calibri"/>
              </a:rPr>
              <a:t>ربراک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دک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دراو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200" spc="-1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تراک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لمح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یزاین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اریز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،دنتسه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تحار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322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دنتسه</a:t>
            </a:r>
            <a:r>
              <a:rPr dirty="0" sz="1200" spc="-1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نمیا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34722" sz="1800" spc="-89">
                <a:solidFill>
                  <a:srgbClr val="161717"/>
                </a:solidFill>
                <a:latin typeface="Calibri"/>
                <a:cs typeface="Calibri"/>
              </a:rPr>
              <a:t>ً</a:t>
            </a:r>
            <a:r>
              <a:rPr dirty="0" baseline="34722" sz="18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70">
                <a:solidFill>
                  <a:srgbClr val="161717"/>
                </a:solidFill>
                <a:latin typeface="Calibri"/>
                <a:cs typeface="Calibri"/>
              </a:rPr>
              <a:t>تبسن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80">
                <a:solidFill>
                  <a:srgbClr val="161717"/>
                </a:solidFill>
                <a:latin typeface="Calibri"/>
                <a:cs typeface="Calibri"/>
              </a:rPr>
              <a:t>نیاربانب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دنتسه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 درف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صرحنم</a:t>
            </a:r>
            <a:endParaRPr sz="1200">
              <a:latin typeface="Calibri"/>
              <a:cs typeface="Calibri"/>
            </a:endParaRPr>
          </a:p>
          <a:p>
            <a:pPr algn="r" marR="30480">
              <a:lnSpc>
                <a:spcPct val="100000"/>
              </a:lnSpc>
              <a:spcBef>
                <a:spcPts val="240"/>
              </a:spcBef>
            </a:pP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دنشاب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25462" sz="1800" spc="-555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25462" sz="1800" spc="-4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راک</a:t>
            </a:r>
            <a:r>
              <a:rPr dirty="0" sz="1200" spc="-1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یدک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رت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نارگ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85">
                <a:solidFill>
                  <a:srgbClr val="161717"/>
                </a:solidFill>
                <a:latin typeface="Calibri"/>
                <a:cs typeface="Calibri"/>
              </a:rPr>
              <a:t>میک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تسا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نکمم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اهنآ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،لاح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157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دیرادن.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0065" y="3006344"/>
            <a:ext cx="2710180" cy="15849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1475" y="5480303"/>
            <a:ext cx="2858261" cy="145351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36" y="151892"/>
            <a:ext cx="1701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5060" y="2716149"/>
            <a:ext cx="6365875" cy="885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482600" marR="31750" indent="4588510">
              <a:lnSpc>
                <a:spcPct val="118300"/>
              </a:lnSpc>
              <a:spcBef>
                <a:spcPts val="100"/>
              </a:spcBef>
            </a:pPr>
            <a:r>
              <a:rPr dirty="0" sz="1200" spc="12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7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-520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200" spc="-34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7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655">
                <a:solidFill>
                  <a:srgbClr val="161717"/>
                </a:solidFill>
                <a:latin typeface="Calibri"/>
                <a:cs typeface="Calibri"/>
              </a:rPr>
              <a:t>ث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 </a:t>
            </a:r>
            <a:r>
              <a:rPr dirty="0" sz="1200" spc="60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ق 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هرهچ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صیخشت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لفق:</a:t>
            </a:r>
            <a:r>
              <a:rPr dirty="0" sz="1200" spc="25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315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دننک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45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80">
                <a:solidFill>
                  <a:srgbClr val="161717"/>
                </a:solidFill>
                <a:latin typeface="Calibri"/>
                <a:cs typeface="Calibri"/>
              </a:rPr>
              <a:t>ربراک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هرهچ</a:t>
            </a:r>
            <a:r>
              <a:rPr dirty="0" sz="1200" spc="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صیخشت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endParaRPr sz="1200">
              <a:latin typeface="Calibri"/>
              <a:cs typeface="Calibri"/>
            </a:endParaRPr>
          </a:p>
          <a:p>
            <a:pPr algn="r" marL="144145" marR="30480" indent="-106680">
              <a:lnSpc>
                <a:spcPct val="116700"/>
              </a:lnSpc>
            </a:pP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هرهچ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صیخشت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یاه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247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درک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لیعج</a:t>
            </a:r>
            <a:r>
              <a:rPr dirty="0" sz="1200" spc="-1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سکع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8518" sz="1800" spc="-509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18518" sz="1800" spc="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حار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نآ 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ناوت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مین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اریز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دشاب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رت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نمیا</a:t>
            </a:r>
            <a:r>
              <a:rPr dirty="0" sz="1200" spc="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دناوت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هرهچ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صیخشت 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دنشاب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عون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5">
                <a:solidFill>
                  <a:srgbClr val="161717"/>
                </a:solidFill>
                <a:latin typeface="Calibri"/>
                <a:cs typeface="Calibri"/>
              </a:rPr>
              <a:t>نیرت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نارگ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تسا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نکمم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اهنآ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،لاح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4629" sz="1800" spc="-179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دیرادن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دک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دراو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تراک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لمح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یزاین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اریز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،دنتسه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تحار.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364" y="5188711"/>
            <a:ext cx="622173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3655" indent="4686300">
              <a:lnSpc>
                <a:spcPct val="116700"/>
              </a:lnSpc>
              <a:spcBef>
                <a:spcPts val="100"/>
              </a:spcBef>
            </a:pPr>
            <a:r>
              <a:rPr dirty="0" sz="1200" spc="12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7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چ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25">
                <a:solidFill>
                  <a:srgbClr val="161717"/>
                </a:solidFill>
                <a:latin typeface="Calibri"/>
                <a:cs typeface="Calibri"/>
              </a:rPr>
              <a:t>ص</a:t>
            </a:r>
            <a:r>
              <a:rPr dirty="0" sz="1200" spc="-45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65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-66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60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ق 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رظن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دروم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8518" sz="1800" spc="-509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18518" sz="1800" spc="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حار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امش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هجدوب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،امش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زاین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دروم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تینما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هلمج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،دراد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0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baseline="37037" sz="1800" spc="-90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37037" sz="1800" spc="-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20">
                <a:solidFill>
                  <a:srgbClr val="161717"/>
                </a:solidFill>
                <a:latin typeface="Calibri"/>
                <a:cs typeface="Calibri"/>
              </a:rPr>
              <a:t>تسب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baseline="25462" sz="1800" spc="-209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5462" sz="1800" spc="-4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لتخم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لماوع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بسانم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عون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باختنا</a:t>
            </a:r>
            <a:endParaRPr sz="1200">
              <a:latin typeface="Calibri"/>
              <a:cs typeface="Calibri"/>
            </a:endParaRPr>
          </a:p>
          <a:p>
            <a:pPr algn="r" marR="30480">
              <a:lnSpc>
                <a:spcPct val="100000"/>
              </a:lnSpc>
              <a:spcBef>
                <a:spcPts val="240"/>
              </a:spcBef>
            </a:pP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امش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9629" y="1142593"/>
            <a:ext cx="2381250" cy="15980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1809" y="3624326"/>
            <a:ext cx="2718816" cy="157924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36" y="151892"/>
            <a:ext cx="1701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6004" y="816609"/>
            <a:ext cx="311975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heavy" sz="2000" spc="1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2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2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زا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6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5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افت</a:t>
            </a:r>
            <a:r>
              <a:rPr dirty="0" u="heavy" sz="2000" spc="-7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س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-3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ای</a:t>
            </a:r>
            <a:r>
              <a:rPr dirty="0" u="heavy" sz="2000" spc="-25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زم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32150" y="5113020"/>
            <a:ext cx="1311275" cy="15240"/>
          </a:xfrm>
          <a:custGeom>
            <a:avLst/>
            <a:gdLst/>
            <a:ahLst/>
            <a:cxnLst/>
            <a:rect l="l" t="t" r="r" b="b"/>
            <a:pathLst>
              <a:path w="1311275" h="15239">
                <a:moveTo>
                  <a:pt x="1311275" y="0"/>
                </a:moveTo>
                <a:lnTo>
                  <a:pt x="0" y="0"/>
                </a:lnTo>
                <a:lnTo>
                  <a:pt x="0" y="15239"/>
                </a:lnTo>
                <a:lnTo>
                  <a:pt x="1311275" y="15239"/>
                </a:lnTo>
                <a:lnTo>
                  <a:pt x="1311275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97712" y="1356106"/>
            <a:ext cx="6598284" cy="6471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44780">
              <a:lnSpc>
                <a:spcPct val="100000"/>
              </a:lnSpc>
              <a:spcBef>
                <a:spcPts val="100"/>
              </a:spcBef>
            </a:pPr>
            <a:r>
              <a:rPr dirty="0" sz="1200" spc="25" b="1">
                <a:latin typeface="Calibri"/>
                <a:cs typeface="Calibri"/>
              </a:rPr>
              <a:t>د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5" b="1">
                <a:latin typeface="Calibri"/>
                <a:cs typeface="Calibri"/>
              </a:rPr>
              <a:t>م</a:t>
            </a:r>
            <a:r>
              <a:rPr dirty="0" sz="1200" spc="-600" b="1">
                <a:latin typeface="Calibri"/>
                <a:cs typeface="Calibri"/>
              </a:rPr>
              <a:t>ت</a:t>
            </a:r>
            <a:r>
              <a:rPr dirty="0" sz="1200" spc="-130" b="1">
                <a:latin typeface="Calibri"/>
                <a:cs typeface="Calibri"/>
              </a:rPr>
              <a:t>ع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114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و </a:t>
            </a:r>
            <a:r>
              <a:rPr dirty="0" sz="1200" spc="75" b="1">
                <a:latin typeface="Calibri"/>
                <a:cs typeface="Calibri"/>
              </a:rPr>
              <a:t>ت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290" b="1">
                <a:latin typeface="Calibri"/>
                <a:cs typeface="Calibri"/>
              </a:rPr>
              <a:t>ن</a:t>
            </a:r>
            <a:r>
              <a:rPr dirty="0" sz="1200" spc="-50" b="1">
                <a:latin typeface="Calibri"/>
                <a:cs typeface="Calibri"/>
              </a:rPr>
              <a:t>م</a:t>
            </a:r>
            <a:r>
              <a:rPr dirty="0" sz="1200" b="1">
                <a:latin typeface="Calibri"/>
                <a:cs typeface="Calibri"/>
              </a:rPr>
              <a:t>ا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دنتسه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یا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هدت</a:t>
            </a:r>
            <a:r>
              <a:rPr dirty="0" baseline="25462" sz="1800" spc="-465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385">
                <a:latin typeface="Calibri"/>
                <a:cs typeface="Calibri"/>
              </a:rPr>
              <a:t>سگ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طیابترا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85">
                <a:latin typeface="Calibri"/>
                <a:cs typeface="Calibri"/>
              </a:rPr>
              <a:t>تیلباق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یاراد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اهلفق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300">
                <a:latin typeface="Calibri"/>
                <a:cs typeface="Calibri"/>
              </a:rPr>
              <a:t>لا</a:t>
            </a:r>
            <a:r>
              <a:rPr dirty="0" baseline="34722" sz="1800" spc="-450">
                <a:latin typeface="Calibri"/>
                <a:cs typeface="Calibri"/>
              </a:rPr>
              <a:t>ً</a:t>
            </a:r>
            <a:r>
              <a:rPr dirty="0" baseline="34722" sz="1800" spc="337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ومعم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baseline="4629" sz="1800" spc="-195">
                <a:latin typeface="Calibri"/>
                <a:cs typeface="Calibri"/>
              </a:rPr>
              <a:t>.</a:t>
            </a:r>
            <a:r>
              <a:rPr dirty="0" sz="1200" spc="-130">
                <a:latin typeface="Calibri"/>
                <a:cs typeface="Calibri"/>
              </a:rPr>
              <a:t>دناهدش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35">
                <a:latin typeface="Calibri"/>
                <a:cs typeface="Calibri"/>
              </a:rPr>
              <a:t>خارط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15">
                <a:latin typeface="Calibri"/>
                <a:cs typeface="Calibri"/>
              </a:rPr>
              <a:t>لااب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ب</a:t>
            </a:r>
            <a:r>
              <a:rPr dirty="0" baseline="-13888" sz="1800" spc="195">
                <a:latin typeface="Calibri"/>
                <a:cs typeface="Calibri"/>
              </a:rPr>
              <a:t> </a:t>
            </a:r>
            <a:r>
              <a:rPr dirty="0" sz="1200" spc="-140">
                <a:latin typeface="Calibri"/>
                <a:cs typeface="Calibri"/>
              </a:rPr>
              <a:t>اراکو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تینما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345">
                <a:latin typeface="Calibri"/>
                <a:cs typeface="Calibri"/>
              </a:rPr>
              <a:t>هیاپ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رب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endParaRPr sz="120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  <a:spcBef>
                <a:spcPts val="25"/>
              </a:spcBef>
            </a:pPr>
            <a:r>
              <a:rPr dirty="0" sz="1200" spc="-60">
                <a:latin typeface="Calibri"/>
                <a:cs typeface="Calibri"/>
              </a:rPr>
              <a:t>د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310">
                <a:latin typeface="Calibri"/>
                <a:cs typeface="Calibri"/>
              </a:rPr>
              <a:t>ش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80">
                <a:latin typeface="Calibri"/>
                <a:cs typeface="Calibri"/>
              </a:rPr>
              <a:t>م</a:t>
            </a:r>
            <a:r>
              <a:rPr dirty="0" sz="1200" spc="-175">
                <a:latin typeface="Calibri"/>
                <a:cs typeface="Calibri"/>
              </a:rPr>
              <a:t>ه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 spc="-275">
                <a:latin typeface="Calibri"/>
                <a:cs typeface="Calibri"/>
              </a:rPr>
              <a:t>رف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45">
                <a:latin typeface="Calibri"/>
                <a:cs typeface="Calibri"/>
              </a:rPr>
              <a:t>ر</a:t>
            </a:r>
            <a:r>
              <a:rPr dirty="0" sz="1200" spc="-844">
                <a:latin typeface="Calibri"/>
                <a:cs typeface="Calibri"/>
              </a:rPr>
              <a:t>ب</a:t>
            </a:r>
            <a:r>
              <a:rPr dirty="0" sz="1200" spc="35">
                <a:latin typeface="Calibri"/>
                <a:cs typeface="Calibri"/>
              </a:rPr>
              <a:t>ر</a:t>
            </a:r>
            <a:r>
              <a:rPr dirty="0" sz="1200" spc="20">
                <a:latin typeface="Calibri"/>
                <a:cs typeface="Calibri"/>
              </a:rPr>
              <a:t>ا</a:t>
            </a:r>
            <a:r>
              <a:rPr dirty="0" sz="1200" spc="-640">
                <a:latin typeface="Calibri"/>
                <a:cs typeface="Calibri"/>
              </a:rPr>
              <a:t>ک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ی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 spc="-310">
                <a:latin typeface="Calibri"/>
                <a:cs typeface="Calibri"/>
              </a:rPr>
              <a:t>رب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ی</a:t>
            </a:r>
            <a:r>
              <a:rPr dirty="0" sz="1200" spc="-215">
                <a:latin typeface="Calibri"/>
                <a:cs typeface="Calibri"/>
              </a:rPr>
              <a:t>ر</a:t>
            </a:r>
            <a:r>
              <a:rPr dirty="0" sz="1200" spc="-440">
                <a:latin typeface="Calibri"/>
                <a:cs typeface="Calibri"/>
              </a:rPr>
              <a:t>ت</a:t>
            </a:r>
            <a:r>
              <a:rPr dirty="0" sz="1200" spc="-60">
                <a:latin typeface="Calibri"/>
                <a:cs typeface="Calibri"/>
              </a:rPr>
              <a:t>لاا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90">
                <a:latin typeface="Calibri"/>
                <a:cs typeface="Calibri"/>
              </a:rPr>
              <a:t>ت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325">
                <a:latin typeface="Calibri"/>
                <a:cs typeface="Calibri"/>
              </a:rPr>
              <a:t>ن</a:t>
            </a:r>
            <a:r>
              <a:rPr dirty="0" sz="1200" spc="-20">
                <a:latin typeface="Calibri"/>
                <a:cs typeface="Calibri"/>
              </a:rPr>
              <a:t>ما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165">
                <a:latin typeface="Calibri"/>
                <a:cs typeface="Calibri"/>
              </a:rPr>
              <a:t>ه</a:t>
            </a:r>
            <a:r>
              <a:rPr dirty="0" sz="1200" spc="-10">
                <a:latin typeface="Calibri"/>
                <a:cs typeface="Calibri"/>
              </a:rPr>
              <a:t>ن</a:t>
            </a:r>
            <a:r>
              <a:rPr dirty="0" sz="1200">
                <a:latin typeface="Calibri"/>
                <a:cs typeface="Calibri"/>
              </a:rPr>
              <a:t>آ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ه</a:t>
            </a:r>
            <a:r>
              <a:rPr dirty="0" sz="1200" spc="-15">
                <a:latin typeface="Calibri"/>
                <a:cs typeface="Calibri"/>
              </a:rPr>
              <a:t>د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515">
                <a:latin typeface="Calibri"/>
                <a:cs typeface="Calibri"/>
              </a:rPr>
              <a:t>ف</a:t>
            </a:r>
            <a:r>
              <a:rPr dirty="0" sz="1200" spc="-630">
                <a:latin typeface="Calibri"/>
                <a:cs typeface="Calibri"/>
              </a:rPr>
              <a:t>ت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 spc="15">
                <a:latin typeface="Calibri"/>
                <a:cs typeface="Calibri"/>
              </a:rPr>
              <a:t>ا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algn="r" marR="147320">
              <a:lnSpc>
                <a:spcPct val="100000"/>
              </a:lnSpc>
            </a:pPr>
            <a:r>
              <a:rPr dirty="0" sz="1200" spc="-140" b="1">
                <a:latin typeface="Calibri"/>
                <a:cs typeface="Calibri"/>
              </a:rPr>
              <a:t>هد</a:t>
            </a:r>
            <a:r>
              <a:rPr dirty="0" sz="1200" spc="-60" b="1">
                <a:latin typeface="Calibri"/>
                <a:cs typeface="Calibri"/>
              </a:rPr>
              <a:t>ا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600" b="1">
                <a:latin typeface="Calibri"/>
                <a:cs typeface="Calibri"/>
              </a:rPr>
              <a:t>ت</a:t>
            </a:r>
            <a:r>
              <a:rPr dirty="0" sz="1200" spc="-305" b="1">
                <a:latin typeface="Calibri"/>
                <a:cs typeface="Calibri"/>
              </a:rPr>
              <a:t>س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114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ر</a:t>
            </a:r>
            <a:r>
              <a:rPr dirty="0" sz="1200" b="1">
                <a:latin typeface="Calibri"/>
                <a:cs typeface="Calibri"/>
              </a:rPr>
              <a:t>د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75" b="1">
                <a:latin typeface="Calibri"/>
                <a:cs typeface="Calibri"/>
              </a:rPr>
              <a:t>ت</a:t>
            </a:r>
            <a:r>
              <a:rPr dirty="0" sz="1200" spc="-434" b="1">
                <a:latin typeface="Calibri"/>
                <a:cs typeface="Calibri"/>
              </a:rPr>
              <a:t>ل</a:t>
            </a:r>
            <a:r>
              <a:rPr dirty="0" sz="1200" spc="50" b="1">
                <a:latin typeface="Calibri"/>
                <a:cs typeface="Calibri"/>
              </a:rPr>
              <a:t>و</a:t>
            </a:r>
            <a:r>
              <a:rPr dirty="0" sz="1200" spc="-310" b="1">
                <a:latin typeface="Calibri"/>
                <a:cs typeface="Calibri"/>
              </a:rPr>
              <a:t>ه</a:t>
            </a:r>
            <a:r>
              <a:rPr dirty="0" sz="1200" spc="-315" b="1">
                <a:latin typeface="Calibri"/>
                <a:cs typeface="Calibri"/>
              </a:rPr>
              <a:t>س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Calibri"/>
              <a:cs typeface="Calibri"/>
            </a:endParaRPr>
          </a:p>
          <a:p>
            <a:pPr algn="r" marR="144780">
              <a:lnSpc>
                <a:spcPct val="100000"/>
              </a:lnSpc>
            </a:pP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دنناوتمی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تیوه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تابثا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75">
                <a:latin typeface="Calibri"/>
                <a:cs typeface="Calibri"/>
              </a:rPr>
              <a:t>طقف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دنرادن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ناتزمر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یروآدای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دیلک</a:t>
            </a:r>
            <a:r>
              <a:rPr dirty="0" sz="1200" spc="-120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ظفح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یزاین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25">
                <a:latin typeface="Calibri"/>
                <a:cs typeface="Calibri"/>
              </a:rPr>
              <a:t>ناربراک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100">
                <a:latin typeface="Calibri"/>
                <a:cs typeface="Calibri"/>
              </a:rPr>
              <a:t>،دنمشوه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یاهلفق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endParaRPr sz="1200">
              <a:latin typeface="Calibri"/>
              <a:cs typeface="Calibri"/>
            </a:endParaRPr>
          </a:p>
          <a:p>
            <a:pPr algn="r" marR="148590">
              <a:lnSpc>
                <a:spcPct val="100000"/>
              </a:lnSpc>
              <a:spcBef>
                <a:spcPts val="25"/>
              </a:spcBef>
            </a:pP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325">
                <a:latin typeface="Calibri"/>
                <a:cs typeface="Calibri"/>
              </a:rPr>
              <a:t>نن</a:t>
            </a:r>
            <a:r>
              <a:rPr dirty="0" sz="1200" spc="-509">
                <a:latin typeface="Calibri"/>
                <a:cs typeface="Calibri"/>
              </a:rPr>
              <a:t>ک</a:t>
            </a:r>
            <a:r>
              <a:rPr dirty="0" sz="1200" spc="-160">
                <a:latin typeface="Calibri"/>
                <a:cs typeface="Calibri"/>
              </a:rPr>
              <a:t> </a:t>
            </a:r>
            <a:r>
              <a:rPr dirty="0" sz="1200" spc="10">
                <a:latin typeface="Calibri"/>
                <a:cs typeface="Calibri"/>
              </a:rPr>
              <a:t>ا</a:t>
            </a: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670">
                <a:latin typeface="Calibri"/>
                <a:cs typeface="Calibri"/>
              </a:rPr>
              <a:t>پ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0">
                <a:latin typeface="Calibri"/>
                <a:cs typeface="Calibri"/>
              </a:rPr>
              <a:t>سی</a:t>
            </a:r>
            <a:r>
              <a:rPr dirty="0" sz="1200" spc="-365">
                <a:latin typeface="Calibri"/>
                <a:cs typeface="Calibri"/>
              </a:rPr>
              <a:t>ت</a:t>
            </a:r>
            <a:r>
              <a:rPr dirty="0" baseline="25462" sz="1800" spc="-480">
                <a:latin typeface="Calibri"/>
                <a:cs typeface="Calibri"/>
              </a:rPr>
              <a:t>:</a:t>
            </a:r>
            <a:r>
              <a:rPr dirty="0" baseline="25462" sz="1800" spc="-12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>
                <a:latin typeface="Calibri"/>
                <a:cs typeface="Calibri"/>
              </a:rPr>
              <a:t>د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د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5">
                <a:latin typeface="Calibri"/>
                <a:cs typeface="Calibri"/>
              </a:rPr>
              <a:t>خ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س</a:t>
            </a:r>
            <a:r>
              <a:rPr dirty="0" sz="1200" spc="-365">
                <a:latin typeface="Calibri"/>
                <a:cs typeface="Calibri"/>
              </a:rPr>
              <a:t>ت</a:t>
            </a:r>
            <a:r>
              <a:rPr dirty="0" baseline="25462" sz="1800" spc="-480">
                <a:latin typeface="Calibri"/>
                <a:cs typeface="Calibri"/>
              </a:rPr>
              <a:t>:</a:t>
            </a:r>
            <a:r>
              <a:rPr dirty="0" baseline="25462" sz="1800" spc="-12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>
                <a:latin typeface="Calibri"/>
                <a:cs typeface="Calibri"/>
              </a:rPr>
              <a:t>د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-10">
                <a:latin typeface="Calibri"/>
                <a:cs typeface="Calibri"/>
              </a:rPr>
              <a:t>د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algn="r" marR="146050">
              <a:lnSpc>
                <a:spcPct val="100000"/>
              </a:lnSpc>
              <a:spcBef>
                <a:spcPts val="1415"/>
              </a:spcBef>
            </a:pPr>
            <a:r>
              <a:rPr dirty="0" sz="1200" spc="-380" b="1">
                <a:latin typeface="Calibri"/>
                <a:cs typeface="Calibri"/>
              </a:rPr>
              <a:t>ه</a:t>
            </a:r>
            <a:r>
              <a:rPr dirty="0" sz="1200" spc="-380" b="1">
                <a:latin typeface="Calibri"/>
                <a:cs typeface="Calibri"/>
              </a:rPr>
              <a:t>د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600" b="1">
                <a:latin typeface="Calibri"/>
                <a:cs typeface="Calibri"/>
              </a:rPr>
              <a:t>ت</a:t>
            </a:r>
            <a:r>
              <a:rPr dirty="0" sz="1200" spc="-305" b="1">
                <a:latin typeface="Calibri"/>
                <a:cs typeface="Calibri"/>
              </a:rPr>
              <a:t>س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114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ر</a:t>
            </a:r>
            <a:r>
              <a:rPr dirty="0" sz="1200" b="1">
                <a:latin typeface="Calibri"/>
                <a:cs typeface="Calibri"/>
              </a:rPr>
              <a:t>د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385" b="1">
                <a:latin typeface="Calibri"/>
                <a:cs typeface="Calibri"/>
              </a:rPr>
              <a:t>ت</a:t>
            </a:r>
            <a:r>
              <a:rPr dirty="0" baseline="20833" sz="1800" spc="-772" b="1">
                <a:latin typeface="Calibri"/>
                <a:cs typeface="Calibri"/>
              </a:rPr>
              <a:t>ر</a:t>
            </a:r>
            <a:r>
              <a:rPr dirty="0" baseline="20833" sz="1800" spc="60" b="1">
                <a:latin typeface="Calibri"/>
                <a:cs typeface="Calibri"/>
              </a:rPr>
              <a:t> </a:t>
            </a:r>
            <a:r>
              <a:rPr dirty="0" sz="1200" spc="20" b="1">
                <a:latin typeface="Calibri"/>
                <a:cs typeface="Calibri"/>
              </a:rPr>
              <a:t>ح</a:t>
            </a:r>
            <a:r>
              <a:rPr dirty="0" sz="1200" spc="-180" b="1">
                <a:latin typeface="Calibri"/>
                <a:cs typeface="Calibri"/>
              </a:rPr>
              <a:t>ا</a:t>
            </a:r>
            <a:r>
              <a:rPr dirty="0" sz="1200" b="1">
                <a:latin typeface="Calibri"/>
                <a:cs typeface="Calibri"/>
              </a:rPr>
              <a:t>ر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libri"/>
              <a:cs typeface="Calibri"/>
            </a:endParaRPr>
          </a:p>
          <a:p>
            <a:pPr algn="r" marR="142240">
              <a:lnSpc>
                <a:spcPct val="100000"/>
              </a:lnSpc>
            </a:pPr>
            <a:r>
              <a:rPr dirty="0" sz="1200" spc="-254">
                <a:latin typeface="Calibri"/>
                <a:cs typeface="Calibri"/>
              </a:rPr>
              <a:t>دنتسه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25">
                <a:latin typeface="Calibri"/>
                <a:cs typeface="Calibri"/>
              </a:rPr>
              <a:t>باذج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لیمع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هار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کی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یراکت</a:t>
            </a:r>
            <a:r>
              <a:rPr dirty="0" baseline="25462" sz="1800" spc="-345">
                <a:latin typeface="Calibri"/>
                <a:cs typeface="Calibri"/>
              </a:rPr>
              <a:t>:</a:t>
            </a:r>
            <a:r>
              <a:rPr dirty="0" baseline="25462" sz="1800" spc="-120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فد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145">
                <a:latin typeface="Calibri"/>
                <a:cs typeface="Calibri"/>
              </a:rPr>
              <a:t>هناخ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نابحاص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اهلفق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عون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نیا.</a:t>
            </a:r>
            <a:endParaRPr sz="1200">
              <a:latin typeface="Calibri"/>
              <a:cs typeface="Calibri"/>
            </a:endParaRPr>
          </a:p>
          <a:p>
            <a:pPr algn="r" marR="146050">
              <a:lnSpc>
                <a:spcPct val="100000"/>
              </a:lnSpc>
              <a:spcBef>
                <a:spcPts val="1415"/>
              </a:spcBef>
            </a:pPr>
            <a:r>
              <a:rPr dirty="0" sz="1200" spc="-110" b="1">
                <a:latin typeface="Calibri"/>
                <a:cs typeface="Calibri"/>
              </a:rPr>
              <a:t>ی</a:t>
            </a:r>
            <a:r>
              <a:rPr dirty="0" sz="1200" spc="30" b="1">
                <a:latin typeface="Calibri"/>
                <a:cs typeface="Calibri"/>
              </a:rPr>
              <a:t>ر</a:t>
            </a:r>
            <a:r>
              <a:rPr dirty="0" sz="1200" spc="-250" b="1">
                <a:latin typeface="Calibri"/>
                <a:cs typeface="Calibri"/>
              </a:rPr>
              <a:t>ی</a:t>
            </a:r>
            <a:r>
              <a:rPr dirty="0" sz="1200" spc="-155" b="1">
                <a:latin typeface="Calibri"/>
                <a:cs typeface="Calibri"/>
              </a:rPr>
              <a:t>ذ</a:t>
            </a:r>
            <a:r>
              <a:rPr dirty="0" sz="1200" spc="-665" b="1">
                <a:latin typeface="Calibri"/>
                <a:cs typeface="Calibri"/>
              </a:rPr>
              <a:t>پ</a:t>
            </a:r>
            <a:r>
              <a:rPr dirty="0" sz="1200" spc="5" b="1">
                <a:latin typeface="Calibri"/>
                <a:cs typeface="Calibri"/>
              </a:rPr>
              <a:t>ف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160" b="1">
                <a:latin typeface="Calibri"/>
                <a:cs typeface="Calibri"/>
              </a:rPr>
              <a:t>ط</a:t>
            </a:r>
            <a:r>
              <a:rPr dirty="0" sz="1200" spc="-229" b="1">
                <a:latin typeface="Calibri"/>
                <a:cs typeface="Calibri"/>
              </a:rPr>
              <a:t>عن</a:t>
            </a:r>
            <a:r>
              <a:rPr dirty="0" sz="1200" spc="-75" b="1">
                <a:latin typeface="Calibri"/>
                <a:cs typeface="Calibri"/>
              </a:rPr>
              <a:t>ا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75" b="1">
                <a:latin typeface="Calibri"/>
                <a:cs typeface="Calibri"/>
              </a:rPr>
              <a:t>ت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365" b="1">
                <a:latin typeface="Calibri"/>
                <a:cs typeface="Calibri"/>
              </a:rPr>
              <a:t>ل</a:t>
            </a:r>
            <a:r>
              <a:rPr dirty="0" sz="1200" spc="-500" b="1">
                <a:latin typeface="Calibri"/>
                <a:cs typeface="Calibri"/>
              </a:rPr>
              <a:t>ب</a:t>
            </a:r>
            <a:r>
              <a:rPr dirty="0" sz="1200" spc="-135" b="1">
                <a:latin typeface="Calibri"/>
                <a:cs typeface="Calibri"/>
              </a:rPr>
              <a:t>ا</a:t>
            </a:r>
            <a:r>
              <a:rPr dirty="0" sz="1200" spc="-315" b="1">
                <a:latin typeface="Calibri"/>
                <a:cs typeface="Calibri"/>
              </a:rPr>
              <a:t>ق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40">
                <a:latin typeface="Calibri"/>
                <a:cs typeface="Calibri"/>
              </a:rPr>
              <a:t>ف</a:t>
            </a:r>
            <a:r>
              <a:rPr dirty="0" baseline="25462" sz="1800" spc="-209">
                <a:latin typeface="Calibri"/>
                <a:cs typeface="Calibri"/>
              </a:rPr>
              <a:t>ی</a:t>
            </a:r>
            <a:r>
              <a:rPr dirty="0" baseline="25462" sz="1800" spc="-37">
                <a:latin typeface="Calibri"/>
                <a:cs typeface="Calibri"/>
              </a:rPr>
              <a:t> </a:t>
            </a:r>
            <a:r>
              <a:rPr dirty="0" sz="1200" spc="-245">
                <a:latin typeface="Calibri"/>
                <a:cs typeface="Calibri"/>
              </a:rPr>
              <a:t>لتخم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عاونا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85">
                <a:latin typeface="Calibri"/>
                <a:cs typeface="Calibri"/>
              </a:rPr>
              <a:t>دنراد</a:t>
            </a:r>
            <a:r>
              <a:rPr dirty="0" sz="1200" spc="-110">
                <a:latin typeface="Calibri"/>
                <a:cs typeface="Calibri"/>
              </a:rPr>
              <a:t> رارق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75">
                <a:latin typeface="Calibri"/>
                <a:cs typeface="Calibri"/>
              </a:rPr>
              <a:t>،دنراد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ار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ایوپ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عــــیسر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40">
                <a:latin typeface="Calibri"/>
                <a:cs typeface="Calibri"/>
              </a:rPr>
              <a:t>طابترا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تیلباق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80">
                <a:latin typeface="Calibri"/>
                <a:cs typeface="Calibri"/>
              </a:rPr>
              <a:t>هک</a:t>
            </a:r>
            <a:r>
              <a:rPr dirty="0" sz="1200" spc="-135">
                <a:latin typeface="Calibri"/>
                <a:cs typeface="Calibri"/>
              </a:rPr>
              <a:t> </a:t>
            </a:r>
            <a:r>
              <a:rPr dirty="0" sz="1200" spc="-70">
                <a:latin typeface="Calibri"/>
                <a:cs typeface="Calibri"/>
              </a:rPr>
              <a:t>یدیدج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یاهیژولونکت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هورگرد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یاهلفق</a:t>
            </a:r>
            <a:endParaRPr sz="1200">
              <a:latin typeface="Calibri"/>
              <a:cs typeface="Calibri"/>
            </a:endParaRPr>
          </a:p>
          <a:p>
            <a:pPr algn="r" marR="147320">
              <a:lnSpc>
                <a:spcPct val="100000"/>
              </a:lnSpc>
              <a:spcBef>
                <a:spcPts val="25"/>
              </a:spcBef>
            </a:pPr>
            <a:r>
              <a:rPr dirty="0" sz="1200" spc="125">
                <a:latin typeface="Calibri"/>
                <a:cs typeface="Calibri"/>
              </a:rPr>
              <a:t>د</a:t>
            </a:r>
            <a:r>
              <a:rPr dirty="0" sz="1200" spc="-535">
                <a:latin typeface="Calibri"/>
                <a:cs typeface="Calibri"/>
              </a:rPr>
              <a:t>ن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-4629" sz="1800" spc="-405">
                <a:latin typeface="Calibri"/>
                <a:cs typeface="Calibri"/>
              </a:rPr>
              <a:t> </a:t>
            </a:r>
            <a:r>
              <a:rPr dirty="0" baseline="-4629" sz="1800" spc="-157">
                <a:latin typeface="Calibri"/>
                <a:cs typeface="Calibri"/>
              </a:rPr>
              <a:t> </a:t>
            </a:r>
            <a:r>
              <a:rPr dirty="0" sz="1200" spc="-520">
                <a:latin typeface="Calibri"/>
                <a:cs typeface="Calibri"/>
              </a:rPr>
              <a:t>گ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-155">
                <a:latin typeface="Calibri"/>
                <a:cs typeface="Calibri"/>
              </a:rPr>
              <a:t>ا</a:t>
            </a:r>
            <a:r>
              <a:rPr dirty="0" sz="1200" spc="-140">
                <a:latin typeface="Calibri"/>
                <a:cs typeface="Calibri"/>
              </a:rPr>
              <a:t>رق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ه</a:t>
            </a:r>
            <a:r>
              <a:rPr dirty="0" sz="1200" spc="-15">
                <a:latin typeface="Calibri"/>
                <a:cs typeface="Calibri"/>
              </a:rPr>
              <a:t>د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515">
                <a:latin typeface="Calibri"/>
                <a:cs typeface="Calibri"/>
              </a:rPr>
              <a:t>ف</a:t>
            </a:r>
            <a:r>
              <a:rPr dirty="0" sz="1200" spc="-630">
                <a:latin typeface="Calibri"/>
                <a:cs typeface="Calibri"/>
              </a:rPr>
              <a:t>ت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>
                <a:latin typeface="Calibri"/>
                <a:cs typeface="Calibri"/>
              </a:rPr>
              <a:t>ا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80">
                <a:latin typeface="Calibri"/>
                <a:cs typeface="Calibri"/>
              </a:rPr>
              <a:t>د</a:t>
            </a:r>
            <a:r>
              <a:rPr dirty="0" sz="1200" spc="-50">
                <a:latin typeface="Calibri"/>
                <a:cs typeface="Calibri"/>
              </a:rPr>
              <a:t>ر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40">
                <a:latin typeface="Calibri"/>
                <a:cs typeface="Calibri"/>
              </a:rPr>
              <a:t>م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ه</a:t>
            </a:r>
            <a:r>
              <a:rPr dirty="0" sz="1200" spc="-15">
                <a:latin typeface="Calibri"/>
                <a:cs typeface="Calibri"/>
              </a:rPr>
              <a:t>د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515">
                <a:latin typeface="Calibri"/>
                <a:cs typeface="Calibri"/>
              </a:rPr>
              <a:t>ف</a:t>
            </a:r>
            <a:r>
              <a:rPr dirty="0" sz="1200" spc="-630">
                <a:latin typeface="Calibri"/>
                <a:cs typeface="Calibri"/>
              </a:rPr>
              <a:t>ت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>
                <a:latin typeface="Calibri"/>
                <a:cs typeface="Calibri"/>
              </a:rPr>
              <a:t>ا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Calibri"/>
              <a:cs typeface="Calibri"/>
            </a:endParaRPr>
          </a:p>
          <a:p>
            <a:pPr algn="ctr" marR="9525">
              <a:lnSpc>
                <a:spcPct val="100000"/>
              </a:lnSpc>
            </a:pPr>
            <a:r>
              <a:rPr dirty="0" sz="2000" spc="-910" b="1">
                <a:solidFill>
                  <a:srgbClr val="001F5F"/>
                </a:solidFill>
                <a:latin typeface="Calibri"/>
                <a:cs typeface="Calibri"/>
              </a:rPr>
              <a:t>ت</a:t>
            </a:r>
            <a:r>
              <a:rPr dirty="0" baseline="-16666" sz="3000" spc="-7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baseline="-16666" sz="3000" spc="-217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baseline="19444" sz="3000" spc="-1282" b="1">
                <a:solidFill>
                  <a:srgbClr val="001F5F"/>
                </a:solidFill>
                <a:latin typeface="Calibri"/>
                <a:cs typeface="Calibri"/>
              </a:rPr>
              <a:t>ر</a:t>
            </a:r>
            <a:r>
              <a:rPr dirty="0" baseline="19444" sz="3000" spc="7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720" b="1">
                <a:solidFill>
                  <a:srgbClr val="001F5F"/>
                </a:solidFill>
                <a:latin typeface="Calibri"/>
                <a:cs typeface="Calibri"/>
              </a:rPr>
              <a:t>ي</a:t>
            </a:r>
            <a:r>
              <a:rPr dirty="0" sz="2000" spc="-490" b="1">
                <a:solidFill>
                  <a:srgbClr val="001F5F"/>
                </a:solidFill>
                <a:latin typeface="Calibri"/>
                <a:cs typeface="Calibri"/>
              </a:rPr>
              <a:t>ن</a:t>
            </a:r>
            <a:r>
              <a:rPr dirty="0" sz="2000" spc="-95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r>
              <a:rPr dirty="0" sz="2000" spc="-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001F5F"/>
                </a:solidFill>
                <a:latin typeface="Calibri"/>
                <a:cs typeface="Calibri"/>
              </a:rPr>
              <a:t>ت</a:t>
            </a:r>
            <a:r>
              <a:rPr dirty="0" sz="2000" spc="-130" b="1">
                <a:solidFill>
                  <a:srgbClr val="001F5F"/>
                </a:solidFill>
                <a:latin typeface="Calibri"/>
                <a:cs typeface="Calibri"/>
              </a:rPr>
              <a:t>لا</a:t>
            </a:r>
            <a:r>
              <a:rPr dirty="0" sz="2000" spc="-1055" b="1">
                <a:solidFill>
                  <a:srgbClr val="001F5F"/>
                </a:solidFill>
                <a:latin typeface="Calibri"/>
                <a:cs typeface="Calibri"/>
              </a:rPr>
              <a:t>ک</a:t>
            </a:r>
            <a:r>
              <a:rPr dirty="0" sz="2000" spc="-450" b="1">
                <a:solidFill>
                  <a:srgbClr val="001F5F"/>
                </a:solidFill>
                <a:latin typeface="Calibri"/>
                <a:cs typeface="Calibri"/>
              </a:rPr>
              <a:t>ش</a:t>
            </a:r>
            <a:r>
              <a:rPr dirty="0" sz="2000" spc="-80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endParaRPr sz="2000">
              <a:latin typeface="Calibri"/>
              <a:cs typeface="Calibri"/>
            </a:endParaRPr>
          </a:p>
          <a:p>
            <a:pPr algn="r" marR="144780">
              <a:lnSpc>
                <a:spcPct val="100000"/>
              </a:lnSpc>
              <a:spcBef>
                <a:spcPts val="1825"/>
              </a:spcBef>
            </a:pPr>
            <a:r>
              <a:rPr dirty="0" sz="1350" spc="-10" b="1">
                <a:latin typeface="Calibri"/>
                <a:cs typeface="Calibri"/>
              </a:rPr>
              <a:t>ن</a:t>
            </a:r>
            <a:r>
              <a:rPr dirty="0" sz="1350" spc="80" b="1">
                <a:latin typeface="Calibri"/>
                <a:cs typeface="Calibri"/>
              </a:rPr>
              <a:t>د</a:t>
            </a:r>
            <a:r>
              <a:rPr dirty="0" sz="1350" spc="-360" b="1">
                <a:latin typeface="Calibri"/>
                <a:cs typeface="Calibri"/>
              </a:rPr>
              <a:t>ش</a:t>
            </a:r>
            <a:r>
              <a:rPr dirty="0" sz="1350" spc="15" b="1">
                <a:latin typeface="Calibri"/>
                <a:cs typeface="Calibri"/>
              </a:rPr>
              <a:t> </a:t>
            </a:r>
            <a:r>
              <a:rPr dirty="0" sz="1350" spc="-290" b="1">
                <a:latin typeface="Calibri"/>
                <a:cs typeface="Calibri"/>
              </a:rPr>
              <a:t>ه</a:t>
            </a:r>
            <a:r>
              <a:rPr dirty="0" sz="1350" spc="-675" b="1">
                <a:latin typeface="Calibri"/>
                <a:cs typeface="Calibri"/>
              </a:rPr>
              <a:t>ت</a:t>
            </a:r>
            <a:r>
              <a:rPr dirty="0" sz="1350" spc="-350" b="1">
                <a:latin typeface="Calibri"/>
                <a:cs typeface="Calibri"/>
              </a:rPr>
              <a:t>ش</a:t>
            </a:r>
            <a:r>
              <a:rPr dirty="0" sz="1350" b="1">
                <a:latin typeface="Calibri"/>
                <a:cs typeface="Calibri"/>
              </a:rPr>
              <a:t>ا</a:t>
            </a:r>
            <a:r>
              <a:rPr dirty="0" sz="1350" spc="-185" b="1">
                <a:latin typeface="Calibri"/>
                <a:cs typeface="Calibri"/>
              </a:rPr>
              <a:t>د</a:t>
            </a:r>
            <a:r>
              <a:rPr dirty="0" sz="1350" spc="35" b="1">
                <a:latin typeface="Calibri"/>
                <a:cs typeface="Calibri"/>
              </a:rPr>
              <a:t>ر</a:t>
            </a:r>
            <a:r>
              <a:rPr dirty="0" sz="1350" spc="-750" b="1">
                <a:latin typeface="Calibri"/>
                <a:cs typeface="Calibri"/>
              </a:rPr>
              <a:t>ب</a:t>
            </a:r>
            <a:r>
              <a:rPr dirty="0" sz="1350" spc="10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ن</a:t>
            </a:r>
            <a:r>
              <a:rPr dirty="0" sz="1350" spc="-55" b="1">
                <a:latin typeface="Calibri"/>
                <a:cs typeface="Calibri"/>
              </a:rPr>
              <a:t>ا</a:t>
            </a:r>
            <a:r>
              <a:rPr dirty="0" sz="1350" spc="-245" b="1">
                <a:latin typeface="Calibri"/>
                <a:cs typeface="Calibri"/>
              </a:rPr>
              <a:t>س</a:t>
            </a:r>
            <a:r>
              <a:rPr dirty="0" sz="1350" spc="-5" b="1">
                <a:latin typeface="Calibri"/>
                <a:cs typeface="Calibri"/>
              </a:rPr>
              <a:t>آ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</a:pPr>
            <a:r>
              <a:rPr dirty="0" sz="1200" spc="-254">
                <a:latin typeface="Calibri"/>
                <a:cs typeface="Calibri"/>
              </a:rPr>
              <a:t>دنتسه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تشادرب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لباق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80">
                <a:latin typeface="Calibri"/>
                <a:cs typeface="Calibri"/>
              </a:rPr>
              <a:t>اهرکه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دننام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15">
                <a:latin typeface="Calibri"/>
                <a:cs typeface="Calibri"/>
              </a:rPr>
              <a:t>صاخ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315">
                <a:latin typeface="Calibri"/>
                <a:cs typeface="Calibri"/>
              </a:rPr>
              <a:t>هاگتسد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حار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ت</a:t>
            </a:r>
            <a:r>
              <a:rPr dirty="0" baseline="25462" sz="1800" spc="-277">
                <a:latin typeface="Calibri"/>
                <a:cs typeface="Calibri"/>
              </a:rPr>
              <a:t>ر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کا.</a:t>
            </a:r>
            <a:endParaRPr sz="120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  <a:spcBef>
                <a:spcPts val="1435"/>
              </a:spcBef>
            </a:pPr>
            <a:r>
              <a:rPr dirty="0" sz="1350" spc="-20" b="1">
                <a:latin typeface="Calibri"/>
                <a:cs typeface="Calibri"/>
              </a:rPr>
              <a:t>ل</a:t>
            </a:r>
            <a:r>
              <a:rPr dirty="0" sz="1350" spc="-50" b="1">
                <a:latin typeface="Calibri"/>
                <a:cs typeface="Calibri"/>
              </a:rPr>
              <a:t>ا</a:t>
            </a:r>
            <a:r>
              <a:rPr dirty="0" sz="1350" spc="-250" b="1">
                <a:latin typeface="Calibri"/>
                <a:cs typeface="Calibri"/>
              </a:rPr>
              <a:t>ص</a:t>
            </a:r>
            <a:r>
              <a:rPr dirty="0" sz="1350" spc="-745" b="1">
                <a:latin typeface="Calibri"/>
                <a:cs typeface="Calibri"/>
              </a:rPr>
              <a:t>ت</a:t>
            </a:r>
            <a:r>
              <a:rPr dirty="0" sz="1350" spc="-5" b="1">
                <a:latin typeface="Calibri"/>
                <a:cs typeface="Calibri"/>
              </a:rPr>
              <a:t>ا</a:t>
            </a:r>
            <a:r>
              <a:rPr dirty="0" sz="1350" spc="10" b="1">
                <a:latin typeface="Calibri"/>
                <a:cs typeface="Calibri"/>
              </a:rPr>
              <a:t> </a:t>
            </a:r>
            <a:r>
              <a:rPr dirty="0" sz="1350" spc="-165" b="1">
                <a:latin typeface="Calibri"/>
                <a:cs typeface="Calibri"/>
              </a:rPr>
              <a:t>ی</a:t>
            </a:r>
            <a:r>
              <a:rPr dirty="0" sz="1350" spc="-5" b="1">
                <a:latin typeface="Calibri"/>
                <a:cs typeface="Calibri"/>
              </a:rPr>
              <a:t>ر</a:t>
            </a:r>
            <a:r>
              <a:rPr dirty="0" sz="1350" spc="-190" b="1">
                <a:latin typeface="Calibri"/>
                <a:cs typeface="Calibri"/>
              </a:rPr>
              <a:t>ا</a:t>
            </a:r>
            <a:r>
              <a:rPr dirty="0" sz="1350" spc="35" b="1">
                <a:latin typeface="Calibri"/>
                <a:cs typeface="Calibri"/>
              </a:rPr>
              <a:t>ر</a:t>
            </a:r>
            <a:r>
              <a:rPr dirty="0" sz="1350" spc="-530" b="1">
                <a:latin typeface="Calibri"/>
                <a:cs typeface="Calibri"/>
              </a:rPr>
              <a:t>ق</a:t>
            </a:r>
            <a:r>
              <a:rPr dirty="0" sz="1350" spc="35" b="1">
                <a:latin typeface="Calibri"/>
                <a:cs typeface="Calibri"/>
              </a:rPr>
              <a:t>ر</a:t>
            </a:r>
            <a:r>
              <a:rPr dirty="0" sz="1350" spc="-750" b="1">
                <a:latin typeface="Calibri"/>
                <a:cs typeface="Calibri"/>
              </a:rPr>
              <a:t>ب</a:t>
            </a:r>
            <a:r>
              <a:rPr dirty="0" sz="1350" spc="-85" b="1">
                <a:latin typeface="Calibri"/>
                <a:cs typeface="Calibri"/>
              </a:rPr>
              <a:t> </a:t>
            </a:r>
            <a:r>
              <a:rPr dirty="0" sz="1350" spc="-5" b="1">
                <a:latin typeface="Calibri"/>
                <a:cs typeface="Calibri"/>
              </a:rPr>
              <a:t>رد</a:t>
            </a:r>
            <a:r>
              <a:rPr dirty="0" sz="1350" spc="-10" b="1">
                <a:latin typeface="Calibri"/>
                <a:cs typeface="Calibri"/>
              </a:rPr>
              <a:t> </a:t>
            </a:r>
            <a:r>
              <a:rPr dirty="0" sz="1350" spc="-265" b="1">
                <a:latin typeface="Calibri"/>
                <a:cs typeface="Calibri"/>
              </a:rPr>
              <a:t>ل</a:t>
            </a:r>
            <a:r>
              <a:rPr dirty="0" sz="1350" spc="-425" b="1">
                <a:latin typeface="Calibri"/>
                <a:cs typeface="Calibri"/>
              </a:rPr>
              <a:t>ک</a:t>
            </a:r>
            <a:r>
              <a:rPr dirty="0" sz="1350" spc="-180" b="1">
                <a:latin typeface="Calibri"/>
                <a:cs typeface="Calibri"/>
              </a:rPr>
              <a:t>شم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Calibri"/>
              <a:cs typeface="Calibri"/>
            </a:endParaRPr>
          </a:p>
          <a:p>
            <a:pPr algn="r" marR="14414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ثعاب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دناوت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75">
                <a:latin typeface="Calibri"/>
                <a:cs typeface="Calibri"/>
              </a:rPr>
              <a:t>هلئسم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دنوش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لصتم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20">
                <a:latin typeface="Calibri"/>
                <a:cs typeface="Calibri"/>
              </a:rPr>
              <a:t>یاههاگتسد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سرد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دنناوت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مین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،عقاوم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95">
                <a:latin typeface="Calibri"/>
                <a:cs typeface="Calibri"/>
              </a:rPr>
              <a:t>ض</a:t>
            </a:r>
            <a:r>
              <a:rPr dirty="0" baseline="20833" sz="1800" spc="-142">
                <a:latin typeface="Calibri"/>
                <a:cs typeface="Calibri"/>
              </a:rPr>
              <a:t>ی</a:t>
            </a:r>
            <a:r>
              <a:rPr dirty="0" baseline="20833" sz="1800" spc="217">
                <a:latin typeface="Calibri"/>
                <a:cs typeface="Calibri"/>
              </a:rPr>
              <a:t> </a:t>
            </a:r>
            <a:r>
              <a:rPr dirty="0" sz="1200" spc="-415">
                <a:latin typeface="Calibri"/>
                <a:cs typeface="Calibri"/>
              </a:rPr>
              <a:t>عب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endParaRPr sz="120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  <a:spcBef>
                <a:spcPts val="25"/>
              </a:spcBef>
            </a:pPr>
            <a:r>
              <a:rPr dirty="0" sz="1200" spc="-60">
                <a:latin typeface="Calibri"/>
                <a:cs typeface="Calibri"/>
              </a:rPr>
              <a:t>د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325">
                <a:latin typeface="Calibri"/>
                <a:cs typeface="Calibri"/>
              </a:rPr>
              <a:t>ش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10">
                <a:latin typeface="Calibri"/>
                <a:cs typeface="Calibri"/>
              </a:rPr>
              <a:t>م</a:t>
            </a:r>
            <a:r>
              <a:rPr dirty="0" sz="1200" spc="-325">
                <a:latin typeface="Calibri"/>
                <a:cs typeface="Calibri"/>
              </a:rPr>
              <a:t>ش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65">
                <a:latin typeface="Calibri"/>
                <a:cs typeface="Calibri"/>
              </a:rPr>
              <a:t>ت</a:t>
            </a:r>
            <a:r>
              <a:rPr dirty="0" sz="1200" spc="-370">
                <a:latin typeface="Calibri"/>
                <a:cs typeface="Calibri"/>
              </a:rPr>
              <a:t>ن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40">
                <a:latin typeface="Calibri"/>
                <a:cs typeface="Calibri"/>
              </a:rPr>
              <a:t>م</a:t>
            </a:r>
            <a:r>
              <a:rPr dirty="0" sz="1200">
                <a:latin typeface="Calibri"/>
                <a:cs typeface="Calibri"/>
              </a:rPr>
              <a:t>ا </a:t>
            </a:r>
            <a:r>
              <a:rPr dirty="0" sz="1200" spc="-520">
                <a:latin typeface="Calibri"/>
                <a:cs typeface="Calibri"/>
              </a:rPr>
              <a:t>ی</a:t>
            </a:r>
            <a:r>
              <a:rPr dirty="0" baseline="16203" sz="1800">
                <a:latin typeface="Calibri"/>
                <a:cs typeface="Calibri"/>
              </a:rPr>
              <a:t>ی </a:t>
            </a:r>
            <a:r>
              <a:rPr dirty="0" baseline="16203" sz="1800" spc="-172">
                <a:latin typeface="Calibri"/>
                <a:cs typeface="Calibri"/>
              </a:rPr>
              <a:t> </a:t>
            </a:r>
            <a:r>
              <a:rPr dirty="0" baseline="25462" sz="1800" spc="-480">
                <a:latin typeface="Calibri"/>
                <a:cs typeface="Calibri"/>
              </a:rPr>
              <a:t>:</a:t>
            </a:r>
            <a:r>
              <a:rPr dirty="0" baseline="25462" sz="1800" spc="-89">
                <a:latin typeface="Calibri"/>
                <a:cs typeface="Calibri"/>
              </a:rPr>
              <a:t> </a:t>
            </a:r>
            <a:r>
              <a:rPr dirty="0" sz="1200" spc="-755">
                <a:latin typeface="Calibri"/>
                <a:cs typeface="Calibri"/>
              </a:rPr>
              <a:t>ف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65">
                <a:latin typeface="Calibri"/>
                <a:cs typeface="Calibri"/>
              </a:rPr>
              <a:t>ت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 spc="-10">
                <a:latin typeface="Calibri"/>
                <a:cs typeface="Calibri"/>
              </a:rPr>
              <a:t>د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algn="r" marR="147955">
              <a:lnSpc>
                <a:spcPct val="100000"/>
              </a:lnSpc>
              <a:spcBef>
                <a:spcPts val="1415"/>
              </a:spcBef>
            </a:pPr>
            <a:r>
              <a:rPr dirty="0" sz="1350" spc="70" b="1">
                <a:latin typeface="Calibri"/>
                <a:cs typeface="Calibri"/>
              </a:rPr>
              <a:t>ت</a:t>
            </a:r>
            <a:r>
              <a:rPr dirty="0" sz="1350" spc="-350" b="1">
                <a:latin typeface="Calibri"/>
                <a:cs typeface="Calibri"/>
              </a:rPr>
              <a:t>س</a:t>
            </a:r>
            <a:r>
              <a:rPr dirty="0" sz="1350" spc="-5" b="1">
                <a:latin typeface="Calibri"/>
                <a:cs typeface="Calibri"/>
              </a:rPr>
              <a:t>ا</a:t>
            </a:r>
            <a:r>
              <a:rPr dirty="0" sz="1350" spc="10" b="1">
                <a:latin typeface="Calibri"/>
                <a:cs typeface="Calibri"/>
              </a:rPr>
              <a:t> </a:t>
            </a:r>
            <a:r>
              <a:rPr dirty="0" sz="1350" spc="-240" b="1">
                <a:latin typeface="Calibri"/>
                <a:cs typeface="Calibri"/>
              </a:rPr>
              <a:t>ک</a:t>
            </a:r>
            <a:r>
              <a:rPr dirty="0" sz="1350" spc="55" b="1">
                <a:latin typeface="Calibri"/>
                <a:cs typeface="Calibri"/>
              </a:rPr>
              <a:t>و</a:t>
            </a:r>
            <a:r>
              <a:rPr dirty="0" sz="1350" spc="-325" b="1">
                <a:latin typeface="Calibri"/>
                <a:cs typeface="Calibri"/>
              </a:rPr>
              <a:t>کشم</a:t>
            </a:r>
            <a:r>
              <a:rPr dirty="0" sz="1350" spc="-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ن</a:t>
            </a:r>
            <a:r>
              <a:rPr dirty="0" sz="1350" spc="-185" b="1">
                <a:latin typeface="Calibri"/>
                <a:cs typeface="Calibri"/>
              </a:rPr>
              <a:t>د</a:t>
            </a:r>
            <a:r>
              <a:rPr dirty="0" sz="1350" spc="35" b="1">
                <a:latin typeface="Calibri"/>
                <a:cs typeface="Calibri"/>
              </a:rPr>
              <a:t>ر</a:t>
            </a:r>
            <a:r>
              <a:rPr dirty="0" sz="1350" spc="-595" b="1">
                <a:latin typeface="Calibri"/>
                <a:cs typeface="Calibri"/>
              </a:rPr>
              <a:t>ک</a:t>
            </a:r>
            <a:r>
              <a:rPr dirty="0" sz="1350" spc="-120" b="1">
                <a:latin typeface="Calibri"/>
                <a:cs typeface="Calibri"/>
              </a:rPr>
              <a:t> </a:t>
            </a:r>
            <a:r>
              <a:rPr dirty="0" sz="1350" spc="-225" b="1">
                <a:latin typeface="Calibri"/>
                <a:cs typeface="Calibri"/>
              </a:rPr>
              <a:t>ل</a:t>
            </a:r>
            <a:r>
              <a:rPr dirty="0" sz="1350" spc="-350" b="1">
                <a:latin typeface="Calibri"/>
                <a:cs typeface="Calibri"/>
              </a:rPr>
              <a:t>ف</a:t>
            </a:r>
            <a:r>
              <a:rPr dirty="0" sz="1350" spc="-360" b="1">
                <a:latin typeface="Calibri"/>
                <a:cs typeface="Calibri"/>
              </a:rPr>
              <a:t>ق</a:t>
            </a:r>
            <a:r>
              <a:rPr dirty="0" sz="1350" spc="5" b="1">
                <a:latin typeface="Calibri"/>
                <a:cs typeface="Calibri"/>
              </a:rPr>
              <a:t> </a:t>
            </a:r>
            <a:r>
              <a:rPr dirty="0" sz="1350" spc="-484" b="1">
                <a:latin typeface="Calibri"/>
                <a:cs typeface="Calibri"/>
              </a:rPr>
              <a:t>ه</a:t>
            </a:r>
            <a:r>
              <a:rPr dirty="0" sz="1350" spc="55" b="1">
                <a:latin typeface="Calibri"/>
                <a:cs typeface="Calibri"/>
              </a:rPr>
              <a:t>و</a:t>
            </a:r>
            <a:r>
              <a:rPr dirty="0" sz="1350" spc="75" b="1">
                <a:latin typeface="Calibri"/>
                <a:cs typeface="Calibri"/>
              </a:rPr>
              <a:t>ح</a:t>
            </a:r>
            <a:r>
              <a:rPr dirty="0" sz="1350" spc="-400" b="1">
                <a:latin typeface="Calibri"/>
                <a:cs typeface="Calibri"/>
              </a:rPr>
              <a:t>ن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  <a:spcBef>
                <a:spcPts val="5"/>
              </a:spcBef>
            </a:pPr>
            <a:r>
              <a:rPr dirty="0" sz="1200" spc="-110">
                <a:latin typeface="Calibri"/>
                <a:cs typeface="Calibri"/>
              </a:rPr>
              <a:t>رارق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تقسر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یاسر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گرزب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یاههتسدب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ینما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65">
                <a:latin typeface="Calibri"/>
                <a:cs typeface="Calibri"/>
              </a:rPr>
              <a:t>تیفیکزا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غراف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کوکشم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85">
                <a:latin typeface="Calibri"/>
                <a:cs typeface="Calibri"/>
              </a:rPr>
              <a:t>یرهاظ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ندرک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هوحن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لکش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45">
                <a:latin typeface="Calibri"/>
                <a:cs typeface="Calibri"/>
              </a:rPr>
              <a:t>خ</a:t>
            </a:r>
            <a:r>
              <a:rPr dirty="0" baseline="20833" sz="1800" spc="67">
                <a:latin typeface="Calibri"/>
                <a:cs typeface="Calibri"/>
              </a:rPr>
              <a:t>ی</a:t>
            </a:r>
            <a:r>
              <a:rPr dirty="0" baseline="20833" sz="1800" spc="-12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رب</a:t>
            </a:r>
            <a:endParaRPr sz="120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  <a:spcBef>
                <a:spcPts val="20"/>
              </a:spcBef>
            </a:pP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535">
                <a:latin typeface="Calibri"/>
                <a:cs typeface="Calibri"/>
              </a:rPr>
              <a:t>ن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-4629" sz="1800" spc="-405">
                <a:latin typeface="Calibri"/>
                <a:cs typeface="Calibri"/>
              </a:rPr>
              <a:t> </a:t>
            </a:r>
            <a:r>
              <a:rPr dirty="0" baseline="-4629" sz="1800" spc="-157">
                <a:latin typeface="Calibri"/>
                <a:cs typeface="Calibri"/>
              </a:rPr>
              <a:t> </a:t>
            </a:r>
            <a:r>
              <a:rPr dirty="0" sz="1200" spc="-520">
                <a:latin typeface="Calibri"/>
                <a:cs typeface="Calibri"/>
              </a:rPr>
              <a:t>گ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9138" y="7978520"/>
            <a:ext cx="175260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؟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ت</a:t>
            </a:r>
            <a:r>
              <a:rPr dirty="0" u="heavy" sz="2000" spc="-5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يلبا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819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ي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ت</a:t>
            </a:r>
            <a:r>
              <a:rPr dirty="0" u="heavy" sz="2000" spc="-4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ين</a:t>
            </a:r>
            <a:r>
              <a:rPr dirty="0" u="heavy" sz="2000" spc="-3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620" y="8514968"/>
            <a:ext cx="6077585" cy="76073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891540" marR="30480" indent="-854075">
              <a:lnSpc>
                <a:spcPct val="103299"/>
              </a:lnSpc>
              <a:spcBef>
                <a:spcPts val="50"/>
              </a:spcBef>
            </a:pPr>
            <a:r>
              <a:rPr dirty="0" sz="1200" spc="-229">
                <a:latin typeface="Calibri"/>
                <a:cs typeface="Calibri"/>
              </a:rPr>
              <a:t>اهتیلباق</a:t>
            </a:r>
            <a:r>
              <a:rPr dirty="0" sz="1200" spc="-22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-16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هیاگ</a:t>
            </a:r>
            <a:r>
              <a:rPr dirty="0" sz="1200" spc="-254">
                <a:latin typeface="Calibri"/>
                <a:cs typeface="Calibri"/>
              </a:rPr>
              <a:t> </a:t>
            </a:r>
            <a:r>
              <a:rPr dirty="0" sz="1200" spc="-65">
                <a:latin typeface="Calibri"/>
                <a:cs typeface="Calibri"/>
              </a:rPr>
              <a:t>؛تسا </a:t>
            </a:r>
            <a:r>
              <a:rPr dirty="0" sz="1200" spc="-30">
                <a:latin typeface="Calibri"/>
                <a:cs typeface="Calibri"/>
              </a:rPr>
              <a:t>اهنآ </a:t>
            </a:r>
            <a:r>
              <a:rPr dirty="0" sz="1200" spc="-245">
                <a:latin typeface="Calibri"/>
                <a:cs typeface="Calibri"/>
              </a:rPr>
              <a:t>عونتم</a:t>
            </a:r>
            <a:r>
              <a:rPr dirty="0" sz="1200" spc="-24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یاهتیلباق</a:t>
            </a:r>
            <a:r>
              <a:rPr dirty="0" sz="1200" spc="-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 spc="-254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ءوس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،دنمشوه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 </a:t>
            </a:r>
            <a:r>
              <a:rPr dirty="0" sz="1200" spc="-260">
                <a:latin typeface="Calibri"/>
                <a:cs typeface="Calibri"/>
              </a:rPr>
              <a:t>لفق</a:t>
            </a:r>
            <a:r>
              <a:rPr dirty="0" sz="1200" spc="-254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ینما</a:t>
            </a:r>
            <a:r>
              <a:rPr dirty="0" sz="1200" spc="-204">
                <a:latin typeface="Calibri"/>
                <a:cs typeface="Calibri"/>
              </a:rPr>
              <a:t> </a:t>
            </a:r>
            <a:r>
              <a:rPr dirty="0" sz="1200" spc="-315">
                <a:latin typeface="Calibri"/>
                <a:cs typeface="Calibri"/>
              </a:rPr>
              <a:t>متسیس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 </a:t>
            </a:r>
            <a:r>
              <a:rPr dirty="0" sz="1200" spc="-150">
                <a:latin typeface="Calibri"/>
                <a:cs typeface="Calibri"/>
              </a:rPr>
              <a:t>فعض</a:t>
            </a:r>
            <a:r>
              <a:rPr dirty="0" sz="1200" spc="-145">
                <a:latin typeface="Calibri"/>
                <a:cs typeface="Calibri"/>
              </a:rPr>
              <a:t> </a:t>
            </a:r>
            <a:r>
              <a:rPr dirty="0" sz="1200" spc="-140">
                <a:latin typeface="Calibri"/>
                <a:cs typeface="Calibri"/>
              </a:rPr>
              <a:t>طاقن </a:t>
            </a:r>
            <a:r>
              <a:rPr dirty="0" sz="1200">
                <a:latin typeface="Calibri"/>
                <a:cs typeface="Calibri"/>
              </a:rPr>
              <a:t>زا </a:t>
            </a:r>
            <a:r>
              <a:rPr dirty="0" sz="1200" spc="-325">
                <a:latin typeface="Calibri"/>
                <a:cs typeface="Calibri"/>
              </a:rPr>
              <a:t>گی </a:t>
            </a:r>
            <a:r>
              <a:rPr dirty="0" sz="1200" spc="-260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دنشاب</a:t>
            </a:r>
            <a:r>
              <a:rPr dirty="0" sz="1200" spc="-20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200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لباقتم</a:t>
            </a:r>
            <a:r>
              <a:rPr dirty="0" sz="1200" spc="-229">
                <a:latin typeface="Calibri"/>
                <a:cs typeface="Calibri"/>
              </a:rPr>
              <a:t> </a:t>
            </a:r>
            <a:r>
              <a:rPr dirty="0" sz="1200" spc="-290">
                <a:latin typeface="Calibri"/>
                <a:cs typeface="Calibri"/>
              </a:rPr>
              <a:t>یاهکبش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تلامح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لباقم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10">
                <a:latin typeface="Calibri"/>
                <a:cs typeface="Calibri"/>
              </a:rPr>
              <a:t>رد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سکش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نیاربانب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دنتسه</a:t>
            </a:r>
            <a:r>
              <a:rPr dirty="0" sz="1200" spc="-240">
                <a:latin typeface="Calibri"/>
                <a:cs typeface="Calibri"/>
              </a:rPr>
              <a:t> </a:t>
            </a:r>
            <a:r>
              <a:rPr dirty="0" sz="1200" spc="-315">
                <a:latin typeface="Calibri"/>
                <a:cs typeface="Calibri"/>
              </a:rPr>
              <a:t>متسیس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ساک</a:t>
            </a:r>
            <a:r>
              <a:rPr dirty="0" sz="1200" spc="-12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150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هییجوت.</a:t>
            </a:r>
            <a:endParaRPr sz="1200">
              <a:latin typeface="Calibri"/>
              <a:cs typeface="Calibri"/>
            </a:endParaRPr>
          </a:p>
          <a:p>
            <a:pPr marL="245110">
              <a:lnSpc>
                <a:spcPct val="100000"/>
              </a:lnSpc>
              <a:spcBef>
                <a:spcPts val="1420"/>
              </a:spcBef>
            </a:pPr>
            <a:r>
              <a:rPr dirty="0" sz="1200" spc="-210">
                <a:latin typeface="Calibri"/>
                <a:cs typeface="Calibri"/>
              </a:rPr>
              <a:t>درک</a:t>
            </a:r>
            <a:r>
              <a:rPr dirty="0" sz="1200" spc="-130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هجوت</a:t>
            </a:r>
            <a:r>
              <a:rPr dirty="0" sz="1200" spc="-35">
                <a:latin typeface="Calibri"/>
                <a:cs typeface="Calibri"/>
              </a:rPr>
              <a:t> اهنآ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85">
                <a:latin typeface="Calibri"/>
                <a:cs typeface="Calibri"/>
              </a:rPr>
              <a:t>ندادرارق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نیزاوم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دیاب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25">
                <a:latin typeface="Calibri"/>
                <a:cs typeface="Calibri"/>
              </a:rPr>
              <a:t>،دنوش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90">
                <a:latin typeface="Calibri"/>
                <a:cs typeface="Calibri"/>
              </a:rPr>
              <a:t>هداد</a:t>
            </a:r>
            <a:r>
              <a:rPr dirty="0" sz="1200" spc="-110">
                <a:latin typeface="Calibri"/>
                <a:cs typeface="Calibri"/>
              </a:rPr>
              <a:t> رارق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مه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رانکرد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315">
                <a:latin typeface="Calibri"/>
                <a:cs typeface="Calibri"/>
              </a:rPr>
              <a:t>ت</a:t>
            </a:r>
            <a:r>
              <a:rPr dirty="0" baseline="18518" sz="1800" spc="-472">
                <a:latin typeface="Calibri"/>
                <a:cs typeface="Calibri"/>
              </a:rPr>
              <a:t>ی</a:t>
            </a:r>
            <a:r>
              <a:rPr dirty="0" baseline="-4629" sz="1800" spc="300">
                <a:latin typeface="Calibri"/>
                <a:cs typeface="Calibri"/>
              </a:rPr>
              <a:t> </a:t>
            </a:r>
            <a:r>
              <a:rPr dirty="0" sz="1200" spc="-360">
                <a:latin typeface="Calibri"/>
                <a:cs typeface="Calibri"/>
              </a:rPr>
              <a:t>ن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درکلمع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تیلباق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،تینما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اب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نامزمه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80">
                <a:latin typeface="Calibri"/>
                <a:cs typeface="Calibri"/>
              </a:rPr>
              <a:t>هک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409">
                <a:latin typeface="Calibri"/>
                <a:cs typeface="Calibri"/>
              </a:rPr>
              <a:t>طیياسر</a:t>
            </a:r>
            <a:r>
              <a:rPr dirty="0" baseline="18518" sz="1800" spc="-615">
                <a:latin typeface="Calibri"/>
                <a:cs typeface="Calibri"/>
              </a:rPr>
              <a:t>ی</a:t>
            </a:r>
            <a:r>
              <a:rPr dirty="0" baseline="18518" sz="18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36" y="151892"/>
            <a:ext cx="1701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3957" y="810514"/>
            <a:ext cx="236601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150">
                <a:solidFill>
                  <a:srgbClr val="5F5DBE"/>
                </a:solidFill>
                <a:latin typeface="Calibri"/>
                <a:cs typeface="Calibri"/>
              </a:rPr>
              <a:t>د</a:t>
            </a:r>
            <a:r>
              <a:rPr dirty="0" sz="2200" spc="-555">
                <a:solidFill>
                  <a:srgbClr val="5F5DBE"/>
                </a:solidFill>
                <a:latin typeface="Calibri"/>
                <a:cs typeface="Calibri"/>
              </a:rPr>
              <a:t>ن</a:t>
            </a:r>
            <a:r>
              <a:rPr dirty="0" sz="2200" spc="35">
                <a:solidFill>
                  <a:srgbClr val="5F5DBE"/>
                </a:solidFill>
                <a:latin typeface="Calibri"/>
                <a:cs typeface="Calibri"/>
              </a:rPr>
              <a:t>م</a:t>
            </a:r>
            <a:r>
              <a:rPr dirty="0" sz="2200" spc="-680">
                <a:solidFill>
                  <a:srgbClr val="5F5DBE"/>
                </a:solidFill>
                <a:latin typeface="Calibri"/>
                <a:cs typeface="Calibri"/>
              </a:rPr>
              <a:t>ش</a:t>
            </a:r>
            <a:r>
              <a:rPr dirty="0" sz="2200" spc="75">
                <a:solidFill>
                  <a:srgbClr val="5F5DBE"/>
                </a:solidFill>
                <a:latin typeface="Calibri"/>
                <a:cs typeface="Calibri"/>
              </a:rPr>
              <a:t>و</a:t>
            </a:r>
            <a:r>
              <a:rPr dirty="0" sz="2200" spc="-295">
                <a:solidFill>
                  <a:srgbClr val="5F5DBE"/>
                </a:solidFill>
                <a:latin typeface="Calibri"/>
                <a:cs typeface="Calibri"/>
              </a:rPr>
              <a:t>ه</a:t>
            </a:r>
            <a:r>
              <a:rPr dirty="0" sz="2200" spc="-10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5F5DBE"/>
                </a:solidFill>
                <a:latin typeface="Calibri"/>
                <a:cs typeface="Calibri"/>
              </a:rPr>
              <a:t>ی</a:t>
            </a:r>
            <a:r>
              <a:rPr dirty="0" sz="2200" spc="80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r>
              <a:rPr dirty="0" sz="2200" spc="-295">
                <a:solidFill>
                  <a:srgbClr val="5F5DBE"/>
                </a:solidFill>
                <a:latin typeface="Calibri"/>
                <a:cs typeface="Calibri"/>
              </a:rPr>
              <a:t>ه</a:t>
            </a:r>
            <a:r>
              <a:rPr dirty="0" sz="2200" spc="10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2200" spc="65">
                <a:solidFill>
                  <a:srgbClr val="5F5DBE"/>
                </a:solidFill>
                <a:latin typeface="Calibri"/>
                <a:cs typeface="Calibri"/>
              </a:rPr>
              <a:t>ل</a:t>
            </a:r>
            <a:r>
              <a:rPr dirty="0" sz="2200" spc="-955">
                <a:solidFill>
                  <a:srgbClr val="5F5DBE"/>
                </a:solidFill>
                <a:latin typeface="Calibri"/>
                <a:cs typeface="Calibri"/>
              </a:rPr>
              <a:t>ف</a:t>
            </a:r>
            <a:r>
              <a:rPr dirty="0" sz="2200" spc="-580">
                <a:solidFill>
                  <a:srgbClr val="5F5DBE"/>
                </a:solidFill>
                <a:latin typeface="Calibri"/>
                <a:cs typeface="Calibri"/>
              </a:rPr>
              <a:t>ق</a:t>
            </a:r>
            <a:r>
              <a:rPr dirty="0" sz="2200" spc="10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2200" spc="-65">
                <a:solidFill>
                  <a:srgbClr val="5F5DBE"/>
                </a:solidFill>
                <a:latin typeface="Calibri"/>
                <a:cs typeface="Calibri"/>
              </a:rPr>
              <a:t>ت</a:t>
            </a:r>
            <a:r>
              <a:rPr dirty="0" sz="2200" spc="-215">
                <a:solidFill>
                  <a:srgbClr val="5F5DBE"/>
                </a:solidFill>
                <a:latin typeface="Calibri"/>
                <a:cs typeface="Calibri"/>
              </a:rPr>
              <a:t>لا</a:t>
            </a:r>
            <a:r>
              <a:rPr dirty="0" sz="2200" spc="80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r>
              <a:rPr dirty="0" sz="2200" spc="-5">
                <a:solidFill>
                  <a:srgbClr val="5F5DBE"/>
                </a:solidFill>
                <a:latin typeface="Calibri"/>
                <a:cs typeface="Calibri"/>
              </a:rPr>
              <a:t>ح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1824" y="1704467"/>
          <a:ext cx="6316980" cy="7726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4450"/>
                <a:gridCol w="4987925"/>
              </a:tblGrid>
              <a:tr h="554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r" marR="200025">
                        <a:lnSpc>
                          <a:spcPct val="100000"/>
                        </a:lnSpc>
                      </a:pPr>
                      <a:r>
                        <a:rPr dirty="0" sz="1000" spc="-35" b="1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1000" spc="5" b="1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1000" spc="-55" b="1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 b="1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ق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1000" spc="5" b="1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ح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r" marR="170815">
                        <a:lnSpc>
                          <a:spcPct val="100000"/>
                        </a:lnSpc>
                      </a:pPr>
                      <a:r>
                        <a:rPr dirty="0" sz="1000" spc="-240" b="1">
                          <a:latin typeface="Calibri"/>
                          <a:cs typeface="Calibri"/>
                        </a:rPr>
                        <a:t>حیضوت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879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98120">
                        <a:lnSpc>
                          <a:spcPct val="100000"/>
                        </a:lnSpc>
                      </a:pPr>
                      <a:r>
                        <a:rPr dirty="0" sz="1000" spc="-1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ق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1000" spc="-15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1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1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72085">
                        <a:lnSpc>
                          <a:spcPct val="100000"/>
                        </a:lnSpc>
                      </a:pPr>
                      <a:r>
                        <a:rPr dirty="0" sz="1000" spc="-160">
                          <a:latin typeface="Calibri"/>
                          <a:cs typeface="Calibri"/>
                        </a:rPr>
                        <a:t>.دنکمی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380">
                          <a:latin typeface="Calibri"/>
                          <a:cs typeface="Calibri"/>
                        </a:rPr>
                        <a:t>هتسب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0">
                          <a:latin typeface="Calibri"/>
                          <a:cs typeface="Calibri"/>
                        </a:rPr>
                        <a:t>ای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85">
                          <a:latin typeface="Calibri"/>
                          <a:cs typeface="Calibri"/>
                        </a:rPr>
                        <a:t>ار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5">
                          <a:latin typeface="Calibri"/>
                          <a:cs typeface="Calibri"/>
                        </a:rPr>
                        <a:t>لفق</a:t>
                      </a:r>
                      <a:r>
                        <a:rPr dirty="0" sz="1000" spc="-2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80">
                          <a:latin typeface="Calibri"/>
                          <a:cs typeface="Calibri"/>
                        </a:rPr>
                        <a:t>،رگید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یاهشور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90">
                          <a:latin typeface="Calibri"/>
                          <a:cs typeface="Calibri"/>
                        </a:rPr>
                        <a:t>ای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65">
                          <a:latin typeface="Calibri"/>
                          <a:cs typeface="Calibri"/>
                        </a:rPr>
                        <a:t>لیابوم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85">
                          <a:latin typeface="Calibri"/>
                          <a:cs typeface="Calibri"/>
                        </a:rPr>
                        <a:t>نشیکیلپا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5">
                          <a:latin typeface="Calibri"/>
                          <a:cs typeface="Calibri"/>
                        </a:rPr>
                        <a:t>،اههمکد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5">
                          <a:latin typeface="Calibri"/>
                          <a:cs typeface="Calibri"/>
                        </a:rPr>
                        <a:t>،اهدیلکزا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4">
                          <a:latin typeface="Calibri"/>
                          <a:cs typeface="Calibri"/>
                        </a:rPr>
                        <a:t>اب</a:t>
                      </a:r>
                      <a:r>
                        <a:rPr dirty="0" sz="1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9">
                          <a:latin typeface="Calibri"/>
                          <a:cs typeface="Calibri"/>
                        </a:rPr>
                        <a:t>ربراک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90727">
                <a:tc>
                  <a:txBody>
                    <a:bodyPr/>
                    <a:lstStyle/>
                    <a:p>
                      <a:pPr algn="r" marR="20002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6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17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2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1000" spc="-15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baseline="25000" sz="1500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baseline="25000" sz="1500" spc="-12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ک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05">
                          <a:latin typeface="Calibri"/>
                          <a:cs typeface="Calibri"/>
                        </a:rPr>
                        <a:t>.دوشمی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5">
                          <a:latin typeface="Calibri"/>
                          <a:cs typeface="Calibri"/>
                        </a:rPr>
                        <a:t>مهارف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0">
                          <a:latin typeface="Calibri"/>
                          <a:cs typeface="Calibri"/>
                        </a:rPr>
                        <a:t>میسب</a:t>
                      </a:r>
                      <a:r>
                        <a:rPr dirty="0" baseline="-13888" sz="1500" spc="-254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-13888" sz="150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65">
                          <a:latin typeface="Calibri"/>
                          <a:cs typeface="Calibri"/>
                        </a:rPr>
                        <a:t>تاطابترا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0">
                          <a:latin typeface="Calibri"/>
                          <a:cs typeface="Calibri"/>
                        </a:rPr>
                        <a:t>ای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65">
                          <a:latin typeface="Calibri"/>
                          <a:cs typeface="Calibri"/>
                        </a:rPr>
                        <a:t>لیابوم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85">
                          <a:latin typeface="Calibri"/>
                          <a:cs typeface="Calibri"/>
                        </a:rPr>
                        <a:t>نشیکیلپا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4">
                          <a:latin typeface="Calibri"/>
                          <a:cs typeface="Calibri"/>
                        </a:rPr>
                        <a:t>اب</a:t>
                      </a:r>
                      <a:r>
                        <a:rPr dirty="0" sz="1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رود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لحم</a:t>
                      </a:r>
                      <a:r>
                        <a:rPr dirty="0" sz="10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5">
                          <a:latin typeface="Calibri"/>
                          <a:cs typeface="Calibri"/>
                        </a:rPr>
                        <a:t>لفق</a:t>
                      </a:r>
                      <a:r>
                        <a:rPr dirty="0" sz="1000" spc="-2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35">
                          <a:latin typeface="Calibri"/>
                          <a:cs typeface="Calibri"/>
                        </a:rPr>
                        <a:t>لت</a:t>
                      </a:r>
                      <a:r>
                        <a:rPr dirty="0" baseline="25000" sz="1500" spc="-352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baseline="25000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340">
                          <a:latin typeface="Calibri"/>
                          <a:cs typeface="Calibri"/>
                        </a:rPr>
                        <a:t>نک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5">
                          <a:latin typeface="Calibri"/>
                          <a:cs typeface="Calibri"/>
                        </a:rPr>
                        <a:t>ناکما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880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99390">
                        <a:lnSpc>
                          <a:spcPct val="100000"/>
                        </a:lnSpc>
                      </a:pPr>
                      <a:r>
                        <a:rPr dirty="0" sz="1000" spc="-6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وب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ع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 spc="55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72085">
                        <a:lnSpc>
                          <a:spcPct val="100000"/>
                        </a:lnSpc>
                      </a:pPr>
                      <a:r>
                        <a:rPr dirty="0" sz="1000" spc="-105">
                          <a:latin typeface="Calibri"/>
                          <a:cs typeface="Calibri"/>
                        </a:rPr>
                        <a:t>.دوشمی</a:t>
                      </a:r>
                      <a:r>
                        <a:rPr dirty="0" sz="10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5">
                          <a:latin typeface="Calibri"/>
                          <a:cs typeface="Calibri"/>
                        </a:rPr>
                        <a:t>لفق</a:t>
                      </a:r>
                      <a:r>
                        <a:rPr dirty="0" sz="10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25">
                          <a:latin typeface="Calibri"/>
                          <a:cs typeface="Calibri"/>
                        </a:rPr>
                        <a:t>،دک </a:t>
                      </a:r>
                      <a:r>
                        <a:rPr dirty="0" sz="1000" spc="-135">
                          <a:latin typeface="Calibri"/>
                          <a:cs typeface="Calibri"/>
                        </a:rPr>
                        <a:t>ندرک</a:t>
                      </a:r>
                      <a:r>
                        <a:rPr dirty="0" sz="10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دراو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4">
                          <a:latin typeface="Calibri"/>
                          <a:cs typeface="Calibri"/>
                        </a:rPr>
                        <a:t>اب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330">
                          <a:latin typeface="Calibri"/>
                          <a:cs typeface="Calibri"/>
                        </a:rPr>
                        <a:t>هک</a:t>
                      </a:r>
                      <a:r>
                        <a:rPr dirty="0" sz="1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80">
                          <a:latin typeface="Calibri"/>
                          <a:cs typeface="Calibri"/>
                        </a:rPr>
                        <a:t>تسا</a:t>
                      </a:r>
                      <a:r>
                        <a:rPr dirty="0" sz="1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60">
                          <a:latin typeface="Calibri"/>
                          <a:cs typeface="Calibri"/>
                        </a:rPr>
                        <a:t>روبع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80">
                          <a:latin typeface="Calibri"/>
                          <a:cs typeface="Calibri"/>
                        </a:rPr>
                        <a:t>دک</a:t>
                      </a:r>
                      <a:r>
                        <a:rPr dirty="0" sz="10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5">
                          <a:latin typeface="Calibri"/>
                          <a:cs typeface="Calibri"/>
                        </a:rPr>
                        <a:t>ندرک</a:t>
                      </a:r>
                      <a:r>
                        <a:rPr dirty="0" sz="10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دراو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0">
                          <a:latin typeface="Calibri"/>
                          <a:cs typeface="Calibri"/>
                        </a:rPr>
                        <a:t>یارب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4">
                          <a:latin typeface="Calibri"/>
                          <a:cs typeface="Calibri"/>
                        </a:rPr>
                        <a:t>دیلکهحفص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0">
                          <a:latin typeface="Calibri"/>
                          <a:cs typeface="Calibri"/>
                        </a:rPr>
                        <a:t>ای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5">
                          <a:latin typeface="Calibri"/>
                          <a:cs typeface="Calibri"/>
                        </a:rPr>
                        <a:t>هحفص</a:t>
                      </a:r>
                      <a:r>
                        <a:rPr dirty="0" sz="10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یاراد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0">
                          <a:latin typeface="Calibri"/>
                          <a:cs typeface="Calibri"/>
                        </a:rPr>
                        <a:t>لفق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98120">
                        <a:lnSpc>
                          <a:spcPct val="100000"/>
                        </a:lnSpc>
                      </a:pPr>
                      <a:r>
                        <a:rPr dirty="0" sz="1000" spc="-3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ث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ت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70">
                          <a:latin typeface="Calibri"/>
                          <a:cs typeface="Calibri"/>
                        </a:rPr>
                        <a:t>.دننکمی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35">
                          <a:latin typeface="Calibri"/>
                          <a:cs typeface="Calibri"/>
                        </a:rPr>
                        <a:t>ربراک</a:t>
                      </a:r>
                      <a:r>
                        <a:rPr dirty="0" sz="10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4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-13888" sz="1500" spc="15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45">
                          <a:latin typeface="Calibri"/>
                          <a:cs typeface="Calibri"/>
                        </a:rPr>
                        <a:t>اسانش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0">
                          <a:latin typeface="Calibri"/>
                          <a:cs typeface="Calibri"/>
                        </a:rPr>
                        <a:t>یارب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85">
                          <a:latin typeface="Calibri"/>
                          <a:cs typeface="Calibri"/>
                        </a:rPr>
                        <a:t>تشگنا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85">
                          <a:latin typeface="Calibri"/>
                          <a:cs typeface="Calibri"/>
                        </a:rPr>
                        <a:t>رثا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0">
                          <a:latin typeface="Calibri"/>
                          <a:cs typeface="Calibri"/>
                        </a:rPr>
                        <a:t>صیخشت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0">
                          <a:latin typeface="Calibri"/>
                          <a:cs typeface="Calibri"/>
                        </a:rPr>
                        <a:t>یژولونکت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 algn="r" marR="19939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2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1000" spc="-15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baseline="25000" sz="1500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baseline="25000" sz="1500" spc="-12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ک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75">
                          <a:latin typeface="Calibri"/>
                          <a:cs typeface="Calibri"/>
                        </a:rPr>
                        <a:t>.دننکمی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35">
                          <a:latin typeface="Calibri"/>
                          <a:cs typeface="Calibri"/>
                        </a:rPr>
                        <a:t>ربراک</a:t>
                      </a:r>
                      <a:r>
                        <a:rPr dirty="0" sz="10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4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-13888" sz="1500" spc="15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45">
                          <a:latin typeface="Calibri"/>
                          <a:cs typeface="Calibri"/>
                        </a:rPr>
                        <a:t>اسانش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یارب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70">
                          <a:latin typeface="Calibri"/>
                          <a:cs typeface="Calibri"/>
                        </a:rPr>
                        <a:t>ادص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0">
                          <a:latin typeface="Calibri"/>
                          <a:cs typeface="Calibri"/>
                        </a:rPr>
                        <a:t>صیخشت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0">
                          <a:latin typeface="Calibri"/>
                          <a:cs typeface="Calibri"/>
                        </a:rPr>
                        <a:t>یژولونکت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643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1987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 spc="-114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-13888" sz="150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-13888" sz="1500" spc="15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75">
                          <a:latin typeface="Calibri"/>
                          <a:cs typeface="Calibri"/>
                        </a:rPr>
                        <a:t>یاهتیلباق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0">
                          <a:latin typeface="Calibri"/>
                          <a:cs typeface="Calibri"/>
                        </a:rPr>
                        <a:t>دننک</a:t>
                      </a:r>
                      <a:r>
                        <a:rPr dirty="0" sz="1000" spc="-1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45">
                          <a:latin typeface="Calibri"/>
                          <a:cs typeface="Calibri"/>
                        </a:rPr>
                        <a:t>علطم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75">
                          <a:latin typeface="Calibri"/>
                          <a:cs typeface="Calibri"/>
                        </a:rPr>
                        <a:t>ار</a:t>
                      </a:r>
                      <a:r>
                        <a:rPr dirty="0" sz="10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9">
                          <a:latin typeface="Calibri"/>
                          <a:cs typeface="Calibri"/>
                        </a:rPr>
                        <a:t>ربراک</a:t>
                      </a:r>
                      <a:r>
                        <a:rPr dirty="0" sz="10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40">
                          <a:latin typeface="Calibri"/>
                          <a:cs typeface="Calibri"/>
                        </a:rPr>
                        <a:t>تنت</a:t>
                      </a:r>
                      <a:r>
                        <a:rPr dirty="0" baseline="25000" sz="1500" spc="-359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baseline="25000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40">
                          <a:latin typeface="Calibri"/>
                          <a:cs typeface="Calibri"/>
                        </a:rPr>
                        <a:t>نیا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0">
                          <a:latin typeface="Calibri"/>
                          <a:cs typeface="Calibri"/>
                        </a:rPr>
                        <a:t>قیرط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دنوش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90">
                          <a:latin typeface="Calibri"/>
                          <a:cs typeface="Calibri"/>
                        </a:rPr>
                        <a:t>لصتم</a:t>
                      </a:r>
                      <a:r>
                        <a:rPr dirty="0" sz="1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65">
                          <a:latin typeface="Calibri"/>
                          <a:cs typeface="Calibri"/>
                        </a:rPr>
                        <a:t>میسب</a:t>
                      </a:r>
                      <a:r>
                        <a:rPr dirty="0" baseline="-13888" sz="1500" spc="-24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-13888" sz="1500" spc="17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360">
                          <a:latin typeface="Calibri"/>
                          <a:cs typeface="Calibri"/>
                        </a:rPr>
                        <a:t>هکبش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385">
                          <a:latin typeface="Calibri"/>
                          <a:cs typeface="Calibri"/>
                        </a:rPr>
                        <a:t>هب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دنناوتمی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r" marR="1701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000" spc="-15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نن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14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2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د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909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98755">
                        <a:lnSpc>
                          <a:spcPct val="100000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ع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ط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ض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80">
                          <a:latin typeface="Calibri"/>
                          <a:cs typeface="Calibri"/>
                        </a:rPr>
                        <a:t>.دننک</a:t>
                      </a:r>
                      <a:r>
                        <a:rPr dirty="0" sz="1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50">
                          <a:latin typeface="Calibri"/>
                          <a:cs typeface="Calibri"/>
                        </a:rPr>
                        <a:t>یرادهگن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85">
                          <a:latin typeface="Calibri"/>
                          <a:cs typeface="Calibri"/>
                        </a:rPr>
                        <a:t>ار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هچخیرات</a:t>
                      </a:r>
                      <a:r>
                        <a:rPr dirty="0" sz="1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0">
                          <a:latin typeface="Calibri"/>
                          <a:cs typeface="Calibri"/>
                        </a:rPr>
                        <a:t>دننک</a:t>
                      </a:r>
                      <a:r>
                        <a:rPr dirty="0" sz="1000" spc="-1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طبض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75">
                          <a:latin typeface="Calibri"/>
                          <a:cs typeface="Calibri"/>
                        </a:rPr>
                        <a:t>ار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0">
                          <a:latin typeface="Calibri"/>
                          <a:cs typeface="Calibri"/>
                        </a:rPr>
                        <a:t>هدش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ماجنا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50">
                          <a:latin typeface="Calibri"/>
                          <a:cs typeface="Calibri"/>
                        </a:rPr>
                        <a:t>یاهتیلاعف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دنناوتمی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87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98755">
                        <a:lnSpc>
                          <a:spcPct val="100000"/>
                        </a:lnSpc>
                      </a:pPr>
                      <a:r>
                        <a:rPr dirty="0" sz="1000" spc="-16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چ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ت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75">
                          <a:latin typeface="Calibri"/>
                          <a:cs typeface="Calibri"/>
                        </a:rPr>
                        <a:t>.دننکمی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35">
                          <a:latin typeface="Calibri"/>
                          <a:cs typeface="Calibri"/>
                        </a:rPr>
                        <a:t>ربراک</a:t>
                      </a:r>
                      <a:r>
                        <a:rPr dirty="0" sz="10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4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-13888" sz="1500" spc="14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45">
                          <a:latin typeface="Calibri"/>
                          <a:cs typeface="Calibri"/>
                        </a:rPr>
                        <a:t>اسانش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0">
                          <a:latin typeface="Calibri"/>
                          <a:cs typeface="Calibri"/>
                        </a:rPr>
                        <a:t>یارب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65">
                          <a:latin typeface="Calibri"/>
                          <a:cs typeface="Calibri"/>
                        </a:rPr>
                        <a:t>هرهچ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5">
                          <a:latin typeface="Calibri"/>
                          <a:cs typeface="Calibri"/>
                        </a:rPr>
                        <a:t>صیخشت</a:t>
                      </a:r>
                      <a:r>
                        <a:rPr dirty="0" sz="1000" spc="-1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0">
                          <a:latin typeface="Calibri"/>
                          <a:cs typeface="Calibri"/>
                        </a:rPr>
                        <a:t>یژولونکت</a:t>
                      </a:r>
                      <a:r>
                        <a:rPr dirty="0" sz="10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99390">
                        <a:lnSpc>
                          <a:spcPct val="100000"/>
                        </a:lnSpc>
                      </a:pPr>
                      <a:r>
                        <a:rPr dirty="0" sz="1000" spc="-16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75">
                          <a:latin typeface="Calibri"/>
                          <a:cs typeface="Calibri"/>
                        </a:rPr>
                        <a:t>.دننکمی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20">
                          <a:latin typeface="Calibri"/>
                          <a:cs typeface="Calibri"/>
                        </a:rPr>
                        <a:t>لفق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45">
                          <a:latin typeface="Calibri"/>
                          <a:cs typeface="Calibri"/>
                        </a:rPr>
                        <a:t>ندرکزاب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یارب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RFID</a:t>
                      </a:r>
                      <a:r>
                        <a:rPr dirty="0" sz="1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0">
                          <a:latin typeface="Calibri"/>
                          <a:cs typeface="Calibri"/>
                        </a:rPr>
                        <a:t>ای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شیطانغم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10">
                          <a:latin typeface="Calibri"/>
                          <a:cs typeface="Calibri"/>
                        </a:rPr>
                        <a:t>یاهتراک</a:t>
                      </a:r>
                      <a:r>
                        <a:rPr dirty="0" sz="1000" spc="-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5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643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213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 spc="-3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 spc="-150">
                          <a:latin typeface="Calibri"/>
                          <a:cs typeface="Calibri"/>
                        </a:rPr>
                        <a:t>چ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r" marR="19748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-5">
                          <a:latin typeface="Calibri"/>
                          <a:cs typeface="Calibri"/>
                        </a:rPr>
                        <a:t>NFC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169545">
                        <a:lnSpc>
                          <a:spcPct val="100000"/>
                        </a:lnSpc>
                      </a:pPr>
                      <a:r>
                        <a:rPr dirty="0" sz="1000" spc="-110">
                          <a:latin typeface="Calibri"/>
                          <a:cs typeface="Calibri"/>
                        </a:rPr>
                        <a:t>.دنوش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5">
                          <a:latin typeface="Calibri"/>
                          <a:cs typeface="Calibri"/>
                        </a:rPr>
                        <a:t>،دناهدش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90">
                          <a:latin typeface="Calibri"/>
                          <a:cs typeface="Calibri"/>
                        </a:rPr>
                        <a:t>لصتم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70">
                          <a:latin typeface="Calibri"/>
                          <a:cs typeface="Calibri"/>
                        </a:rPr>
                        <a:t>سی</a:t>
                      </a:r>
                      <a:r>
                        <a:rPr dirty="0" baseline="19444" sz="1500" spc="-85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19444" sz="15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4">
                          <a:latin typeface="Calibri"/>
                          <a:cs typeface="Calibri"/>
                        </a:rPr>
                        <a:t>وگ</a:t>
                      </a:r>
                      <a:r>
                        <a:rPr dirty="0" sz="10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395">
                          <a:latin typeface="Calibri"/>
                          <a:cs typeface="Calibri"/>
                        </a:rPr>
                        <a:t>هب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320">
                          <a:latin typeface="Calibri"/>
                          <a:cs typeface="Calibri"/>
                        </a:rPr>
                        <a:t>هک</a:t>
                      </a:r>
                      <a:r>
                        <a:rPr dirty="0" sz="1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NFC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20">
                          <a:latin typeface="Calibri"/>
                          <a:cs typeface="Calibri"/>
                        </a:rPr>
                        <a:t>یاهبسچرب</a:t>
                      </a:r>
                      <a:r>
                        <a:rPr dirty="0" sz="1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1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اب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دنناوتمی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5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87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99390">
                        <a:lnSpc>
                          <a:spcPct val="100000"/>
                        </a:lnSpc>
                      </a:pPr>
                      <a:r>
                        <a:rPr dirty="0" sz="1000" spc="-65">
                          <a:latin typeface="Calibri"/>
                          <a:cs typeface="Calibri"/>
                        </a:rPr>
                        <a:t>ث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05">
                          <a:latin typeface="Calibri"/>
                          <a:cs typeface="Calibri"/>
                        </a:rPr>
                        <a:t>.دنوش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85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4">
                          <a:latin typeface="Calibri"/>
                          <a:cs typeface="Calibri"/>
                        </a:rPr>
                        <a:t>،ربراک</a:t>
                      </a:r>
                      <a:r>
                        <a:rPr dirty="0" sz="10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85">
                          <a:latin typeface="Calibri"/>
                          <a:cs typeface="Calibri"/>
                        </a:rPr>
                        <a:t>سی</a:t>
                      </a:r>
                      <a:r>
                        <a:rPr dirty="0" baseline="19444" sz="1500" spc="-87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19444" sz="1500" spc="2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4">
                          <a:latin typeface="Calibri"/>
                          <a:cs typeface="Calibri"/>
                        </a:rPr>
                        <a:t>وگ</a:t>
                      </a:r>
                      <a:r>
                        <a:rPr dirty="0" sz="1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45">
                          <a:latin typeface="Calibri"/>
                          <a:cs typeface="Calibri"/>
                        </a:rPr>
                        <a:t>ثوتولب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اب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دنناوتمی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5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907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r" marR="198755">
                        <a:lnSpc>
                          <a:spcPct val="100000"/>
                        </a:lnSpc>
                      </a:pPr>
                      <a:r>
                        <a:rPr dirty="0" sz="1000" spc="-3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dirty="0" sz="1000" spc="-105">
                          <a:latin typeface="Calibri"/>
                          <a:cs typeface="Calibri"/>
                        </a:rPr>
                        <a:t>.دنوش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0">
                          <a:latin typeface="Calibri"/>
                          <a:cs typeface="Calibri"/>
                        </a:rPr>
                        <a:t>،ربراک</a:t>
                      </a:r>
                      <a:r>
                        <a:rPr dirty="0" sz="100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70">
                          <a:latin typeface="Calibri"/>
                          <a:cs typeface="Calibri"/>
                        </a:rPr>
                        <a:t>سی</a:t>
                      </a:r>
                      <a:r>
                        <a:rPr dirty="0" baseline="19444" sz="1500" spc="-85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19444" sz="15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4">
                          <a:latin typeface="Calibri"/>
                          <a:cs typeface="Calibri"/>
                        </a:rPr>
                        <a:t>وگ</a:t>
                      </a:r>
                      <a:r>
                        <a:rPr dirty="0" sz="10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90">
                          <a:latin typeface="Calibri"/>
                          <a:cs typeface="Calibri"/>
                        </a:rPr>
                        <a:t>یافیاو</a:t>
                      </a:r>
                      <a:r>
                        <a:rPr dirty="0" sz="1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1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اب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دنناوتمی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5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494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87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199390">
                        <a:lnSpc>
                          <a:spcPct val="100000"/>
                        </a:lnSpc>
                      </a:pPr>
                      <a:r>
                        <a:rPr dirty="0" sz="1000" spc="-17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 spc="-14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00">
                          <a:latin typeface="Calibri"/>
                          <a:cs typeface="Calibri"/>
                        </a:rPr>
                        <a:t>.دنوش</a:t>
                      </a:r>
                      <a:r>
                        <a:rPr dirty="0" sz="1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85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4">
                          <a:latin typeface="Calibri"/>
                          <a:cs typeface="Calibri"/>
                        </a:rPr>
                        <a:t>،ربراک</a:t>
                      </a:r>
                      <a:r>
                        <a:rPr dirty="0" sz="10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85">
                          <a:latin typeface="Calibri"/>
                          <a:cs typeface="Calibri"/>
                        </a:rPr>
                        <a:t>سی</a:t>
                      </a:r>
                      <a:r>
                        <a:rPr dirty="0" baseline="19444" sz="1500" spc="-87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19444" sz="1500" spc="2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4">
                          <a:latin typeface="Calibri"/>
                          <a:cs typeface="Calibri"/>
                        </a:rPr>
                        <a:t>وگ</a:t>
                      </a:r>
                      <a:r>
                        <a:rPr dirty="0" sz="10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درارفنیا</a:t>
                      </a:r>
                      <a:r>
                        <a:rPr dirty="0" sz="1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اب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دنناوتمی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5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500176">
                <a:tc>
                  <a:txBody>
                    <a:bodyPr/>
                    <a:lstStyle/>
                    <a:p>
                      <a:pPr algn="r" marR="19875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1000" spc="-15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 spc="-15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baseline="25000" sz="1500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baseline="25000" sz="1500" spc="-12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1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ا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dirty="0" sz="1000" spc="-100">
                          <a:latin typeface="Calibri"/>
                          <a:cs typeface="Calibri"/>
                        </a:rPr>
                        <a:t>.دنوش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85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0">
                          <a:latin typeface="Calibri"/>
                          <a:cs typeface="Calibri"/>
                        </a:rPr>
                        <a:t>،ربراک</a:t>
                      </a:r>
                      <a:r>
                        <a:rPr dirty="0" sz="100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85">
                          <a:latin typeface="Calibri"/>
                          <a:cs typeface="Calibri"/>
                        </a:rPr>
                        <a:t>کیت</a:t>
                      </a:r>
                      <a:r>
                        <a:rPr dirty="0" baseline="25000" sz="1500" spc="-427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baseline="25000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45">
                          <a:latin typeface="Calibri"/>
                          <a:cs typeface="Calibri"/>
                        </a:rPr>
                        <a:t>مویب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65">
                          <a:latin typeface="Calibri"/>
                          <a:cs typeface="Calibri"/>
                        </a:rPr>
                        <a:t>یاههداد</a:t>
                      </a:r>
                      <a:r>
                        <a:rPr dirty="0" sz="1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15">
                          <a:latin typeface="Calibri"/>
                          <a:cs typeface="Calibri"/>
                        </a:rPr>
                        <a:t>هدافتسا</a:t>
                      </a:r>
                      <a:r>
                        <a:rPr dirty="0" sz="1000" spc="-1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اب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75">
                          <a:latin typeface="Calibri"/>
                          <a:cs typeface="Calibri"/>
                        </a:rPr>
                        <a:t>دنناوتمی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5">
                          <a:latin typeface="Calibri"/>
                          <a:cs typeface="Calibri"/>
                        </a:rPr>
                        <a:t>دنمشوه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30">
                          <a:latin typeface="Calibri"/>
                          <a:cs typeface="Calibri"/>
                        </a:rPr>
                        <a:t>یاهلفق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4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baseline="22222" sz="1500" spc="6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22222" sz="15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65">
                          <a:latin typeface="Calibri"/>
                          <a:cs typeface="Calibri"/>
                        </a:rPr>
                        <a:t>رب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176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36" y="151892"/>
            <a:ext cx="1701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16148" y="813561"/>
            <a:ext cx="234315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110">
                <a:solidFill>
                  <a:srgbClr val="5F5DBE"/>
                </a:solidFill>
                <a:latin typeface="Calibri"/>
                <a:cs typeface="Calibri"/>
              </a:rPr>
              <a:t>ن</a:t>
            </a:r>
            <a:r>
              <a:rPr dirty="0" sz="2000" spc="65">
                <a:solidFill>
                  <a:srgbClr val="5F5DBE"/>
                </a:solidFill>
                <a:latin typeface="Calibri"/>
                <a:cs typeface="Calibri"/>
              </a:rPr>
              <a:t>و</a:t>
            </a:r>
            <a:r>
              <a:rPr dirty="0" sz="2000" spc="-1010">
                <a:solidFill>
                  <a:srgbClr val="5F5DBE"/>
                </a:solidFill>
                <a:latin typeface="Calibri"/>
                <a:cs typeface="Calibri"/>
              </a:rPr>
              <a:t>ت</a:t>
            </a:r>
            <a:r>
              <a:rPr dirty="0" sz="2000" spc="-865">
                <a:solidFill>
                  <a:srgbClr val="5F5DBE"/>
                </a:solidFill>
                <a:latin typeface="Calibri"/>
                <a:cs typeface="Calibri"/>
              </a:rPr>
              <a:t>ی</a:t>
            </a:r>
            <a:r>
              <a:rPr dirty="0" sz="2000" spc="75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r>
              <a:rPr dirty="0" sz="2000" spc="-1115">
                <a:solidFill>
                  <a:srgbClr val="5F5DBE"/>
                </a:solidFill>
                <a:latin typeface="Calibri"/>
                <a:cs typeface="Calibri"/>
              </a:rPr>
              <a:t>پ</a:t>
            </a:r>
            <a:r>
              <a:rPr dirty="0" sz="2000" spc="-150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F5DBE"/>
                </a:solidFill>
                <a:latin typeface="Calibri"/>
                <a:cs typeface="Calibri"/>
              </a:rPr>
              <a:t>ر</a:t>
            </a:r>
            <a:r>
              <a:rPr dirty="0" sz="2000" spc="-5">
                <a:solidFill>
                  <a:srgbClr val="5F5DBE"/>
                </a:solidFill>
                <a:latin typeface="Calibri"/>
                <a:cs typeface="Calibri"/>
              </a:rPr>
              <a:t>د</a:t>
            </a:r>
            <a:r>
              <a:rPr dirty="0" sz="2000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5F5DBE"/>
                </a:solidFill>
                <a:latin typeface="Calibri"/>
                <a:cs typeface="Calibri"/>
              </a:rPr>
              <a:t>ت</a:t>
            </a:r>
            <a:r>
              <a:rPr dirty="0" sz="2000" spc="-295">
                <a:solidFill>
                  <a:srgbClr val="5F5DBE"/>
                </a:solidFill>
                <a:latin typeface="Calibri"/>
                <a:cs typeface="Calibri"/>
              </a:rPr>
              <a:t>ل</a:t>
            </a:r>
            <a:r>
              <a:rPr dirty="0" sz="2000" spc="-110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r>
              <a:rPr dirty="0" sz="2000" spc="75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r>
              <a:rPr dirty="0" sz="2000" spc="-10">
                <a:solidFill>
                  <a:srgbClr val="5F5DBE"/>
                </a:solidFill>
                <a:latin typeface="Calibri"/>
                <a:cs typeface="Calibri"/>
              </a:rPr>
              <a:t>ح</a:t>
            </a:r>
            <a:r>
              <a:rPr dirty="0" sz="2000" spc="15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2000" spc="-265">
                <a:solidFill>
                  <a:srgbClr val="5F5DBE"/>
                </a:solidFill>
                <a:latin typeface="Calibri"/>
                <a:cs typeface="Calibri"/>
              </a:rPr>
              <a:t>ی</a:t>
            </a:r>
            <a:r>
              <a:rPr dirty="0" sz="2000">
                <a:solidFill>
                  <a:srgbClr val="5F5DBE"/>
                </a:solidFill>
                <a:latin typeface="Calibri"/>
                <a:cs typeface="Calibri"/>
              </a:rPr>
              <a:t>ز</a:t>
            </a:r>
            <a:r>
              <a:rPr dirty="0" sz="2000" spc="75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r>
              <a:rPr dirty="0" sz="2000" spc="-545">
                <a:solidFill>
                  <a:srgbClr val="5F5DBE"/>
                </a:solidFill>
                <a:latin typeface="Calibri"/>
                <a:cs typeface="Calibri"/>
              </a:rPr>
              <a:t>س</a:t>
            </a:r>
            <a:r>
              <a:rPr dirty="0" sz="2000" spc="20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2000" spc="-590">
                <a:solidFill>
                  <a:srgbClr val="5F5DBE"/>
                </a:solidFill>
                <a:latin typeface="Calibri"/>
                <a:cs typeface="Calibri"/>
              </a:rPr>
              <a:t>ه</a:t>
            </a:r>
            <a:r>
              <a:rPr dirty="0" sz="2000" spc="-10">
                <a:solidFill>
                  <a:srgbClr val="5F5DBE"/>
                </a:solidFill>
                <a:latin typeface="Calibri"/>
                <a:cs typeface="Calibri"/>
              </a:rPr>
              <a:t>د</a:t>
            </a:r>
            <a:r>
              <a:rPr dirty="0" sz="2000" spc="75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r>
              <a:rPr dirty="0" sz="2000" spc="-770">
                <a:solidFill>
                  <a:srgbClr val="5F5DBE"/>
                </a:solidFill>
                <a:latin typeface="Calibri"/>
                <a:cs typeface="Calibri"/>
              </a:rPr>
              <a:t>ی</a:t>
            </a:r>
            <a:r>
              <a:rPr dirty="0" sz="2000" spc="-1115">
                <a:solidFill>
                  <a:srgbClr val="5F5DBE"/>
                </a:solidFill>
                <a:latin typeface="Calibri"/>
                <a:cs typeface="Calibri"/>
              </a:rPr>
              <a:t>پ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24" y="1667382"/>
            <a:ext cx="2705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solidFill>
                  <a:srgbClr val="559CD5"/>
                </a:solidFill>
                <a:latin typeface="Calibri"/>
                <a:cs typeface="Calibri"/>
              </a:rPr>
              <a:t>cl</a:t>
            </a: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a</a:t>
            </a:r>
            <a:r>
              <a:rPr dirty="0" sz="1000" spc="-15">
                <a:solidFill>
                  <a:srgbClr val="559CD5"/>
                </a:solidFill>
                <a:latin typeface="Calibri"/>
                <a:cs typeface="Calibri"/>
              </a:rPr>
              <a:t>s</a:t>
            </a: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2541" y="1667382"/>
            <a:ext cx="596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6048" y="1824050"/>
            <a:ext cx="3828415" cy="7690484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290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u="sng" sz="1000" spc="380">
                <a:solidFill>
                  <a:srgbClr val="DCDCAA"/>
                </a:solidFill>
                <a:uFill>
                  <a:solidFill>
                    <a:srgbClr val="DBDBA9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380">
                <a:solidFill>
                  <a:srgbClr val="DCDCAA"/>
                </a:solidFill>
                <a:uFill>
                  <a:solidFill>
                    <a:srgbClr val="DBDBA9"/>
                  </a:solidFill>
                </a:u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init</a:t>
            </a:r>
            <a:r>
              <a:rPr dirty="0" u="sng" sz="1000">
                <a:solidFill>
                  <a:srgbClr val="DCDCAA"/>
                </a:solidFill>
                <a:uFill>
                  <a:solidFill>
                    <a:srgbClr val="DBDBA9"/>
                  </a:solidFill>
                </a:uFill>
                <a:latin typeface="Calibri"/>
                <a:cs typeface="Calibri"/>
              </a:rPr>
              <a:t>  </a:t>
            </a:r>
            <a:r>
              <a:rPr dirty="0" u="sng" sz="1000" spc="65">
                <a:solidFill>
                  <a:srgbClr val="DCDCAA"/>
                </a:solidFill>
                <a:uFill>
                  <a:solidFill>
                    <a:srgbClr val="DBDBA9"/>
                  </a:solidFill>
                </a:u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,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password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1000">
              <a:latin typeface="Calibri"/>
              <a:cs typeface="Calibri"/>
            </a:endParaRPr>
          </a:p>
          <a:p>
            <a:pPr marL="217170" marR="2276475">
              <a:lnSpc>
                <a:spcPct val="115999"/>
              </a:lnSpc>
            </a:pP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 </a:t>
            </a:r>
            <a:r>
              <a:rPr dirty="0" sz="1000" spc="-5">
                <a:solidFill>
                  <a:srgbClr val="559CD5"/>
                </a:solidFill>
                <a:latin typeface="Calibri"/>
                <a:cs typeface="Calibri"/>
              </a:rPr>
              <a:t>True </a:t>
            </a: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password</a:t>
            </a:r>
            <a:r>
              <a:rPr dirty="0" sz="1000" spc="-2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1000" spc="-2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password</a:t>
            </a:r>
            <a:endParaRPr sz="1000">
              <a:latin typeface="Calibri"/>
              <a:cs typeface="Calibri"/>
            </a:endParaRPr>
          </a:p>
          <a:p>
            <a:pPr marL="217170">
              <a:lnSpc>
                <a:spcPct val="100000"/>
              </a:lnSpc>
              <a:spcBef>
                <a:spcPts val="215"/>
              </a:spcBef>
            </a:pP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activity_log</a:t>
            </a:r>
            <a:r>
              <a:rPr dirty="0" sz="1000" spc="-1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 </a:t>
            </a:r>
            <a:r>
              <a:rPr dirty="0" sz="1000" spc="-25">
                <a:solidFill>
                  <a:srgbClr val="CCCCCC"/>
                </a:solidFill>
                <a:latin typeface="Calibri"/>
                <a:cs typeface="Calibri"/>
              </a:rPr>
              <a:t>[]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40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215">
                <a:solidFill>
                  <a:srgbClr val="6A9954"/>
                </a:solidFill>
                <a:latin typeface="Calibri"/>
                <a:cs typeface="Calibri"/>
              </a:rPr>
              <a:t>ق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ن</a:t>
            </a:r>
            <a:r>
              <a:rPr dirty="0" sz="800" spc="-114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2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7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60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-409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sz="800" spc="-195">
                <a:solidFill>
                  <a:srgbClr val="6A9954"/>
                </a:solidFill>
                <a:latin typeface="Calibri"/>
                <a:cs typeface="Calibri"/>
              </a:rPr>
              <a:t>س</a:t>
            </a:r>
            <a:r>
              <a:rPr dirty="0" sz="800" spc="-445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sz="800" spc="-6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و</a:t>
            </a:r>
            <a:r>
              <a:rPr dirty="0" sz="800" spc="-6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ز</a:t>
            </a:r>
            <a:r>
              <a:rPr dirty="0" sz="800" spc="10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450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endParaRPr sz="80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190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1000" spc="-1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toggle_lock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1000">
              <a:latin typeface="Calibri"/>
              <a:cs typeface="Calibri"/>
            </a:endParaRPr>
          </a:p>
          <a:p>
            <a:pPr marL="217170" marR="2014855">
              <a:lnSpc>
                <a:spcPct val="117000"/>
              </a:lnSpc>
              <a:spcBef>
                <a:spcPts val="10"/>
              </a:spcBef>
            </a:pP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 </a:t>
            </a: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not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log_activity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'Lock</a:t>
            </a:r>
            <a:r>
              <a:rPr dirty="0" sz="1000" spc="5">
                <a:solidFill>
                  <a:srgbClr val="CE9178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toggled'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 </a:t>
            </a:r>
            <a:r>
              <a:rPr dirty="0" sz="1000" spc="-2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return</a:t>
            </a:r>
            <a:r>
              <a:rPr dirty="0" sz="1000" spc="-1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15">
                <a:solidFill>
                  <a:srgbClr val="6A9954"/>
                </a:solidFill>
                <a:latin typeface="Calibri"/>
                <a:cs typeface="Calibri"/>
              </a:rPr>
              <a:t>و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2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54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-1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6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A9954"/>
                </a:solidFill>
                <a:latin typeface="Calibri"/>
                <a:cs typeface="Calibri"/>
              </a:rPr>
              <a:t>ز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2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05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-260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baseline="24305" sz="1200" spc="-322">
                <a:solidFill>
                  <a:srgbClr val="6A9954"/>
                </a:solidFill>
                <a:latin typeface="Calibri"/>
                <a:cs typeface="Calibri"/>
              </a:rPr>
              <a:t>:</a:t>
            </a:r>
            <a:r>
              <a:rPr dirty="0" baseline="24305" sz="1200" spc="-6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00">
                <a:solidFill>
                  <a:srgbClr val="6A9954"/>
                </a:solidFill>
                <a:latin typeface="Calibri"/>
                <a:cs typeface="Calibri"/>
              </a:rPr>
              <a:t>ن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endParaRPr sz="80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195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1000" spc="-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remote_control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1000" spc="-2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command</a:t>
            </a: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1000">
              <a:latin typeface="Calibri"/>
              <a:cs typeface="Calibri"/>
            </a:endParaRPr>
          </a:p>
          <a:p>
            <a:pPr marL="217170">
              <a:lnSpc>
                <a:spcPct val="100000"/>
              </a:lnSpc>
              <a:spcBef>
                <a:spcPts val="215"/>
              </a:spcBef>
            </a:pP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1000" spc="-1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command</a:t>
            </a:r>
            <a:r>
              <a:rPr dirty="0" sz="1000" spc="-1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10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'UNLOCK'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332740" marR="1566545">
              <a:lnSpc>
                <a:spcPts val="1420"/>
              </a:lnSpc>
              <a:spcBef>
                <a:spcPts val="5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 </a:t>
            </a:r>
            <a:r>
              <a:rPr dirty="0" sz="1000" spc="-5">
                <a:solidFill>
                  <a:srgbClr val="559CD5"/>
                </a:solidFill>
                <a:latin typeface="Calibri"/>
                <a:cs typeface="Calibri"/>
              </a:rPr>
              <a:t>False </a:t>
            </a: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log_activity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'Unlocked</a:t>
            </a:r>
            <a:r>
              <a:rPr dirty="0" sz="1000" spc="10">
                <a:solidFill>
                  <a:srgbClr val="CE9178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remotely'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  <a:p>
            <a:pPr marL="21717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elif</a:t>
            </a:r>
            <a:r>
              <a:rPr dirty="0" sz="1000" spc="-20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command</a:t>
            </a:r>
            <a:r>
              <a:rPr dirty="0" sz="1000" spc="-2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1000" spc="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'LOCK'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332740" marR="1691639">
              <a:lnSpc>
                <a:spcPct val="115999"/>
              </a:lnSpc>
              <a:spcBef>
                <a:spcPts val="2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 </a:t>
            </a:r>
            <a:r>
              <a:rPr dirty="0" sz="1000" spc="-5">
                <a:solidFill>
                  <a:srgbClr val="559CD5"/>
                </a:solidFill>
                <a:latin typeface="Calibri"/>
                <a:cs typeface="Calibri"/>
              </a:rPr>
              <a:t>True </a:t>
            </a: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log_activity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'Locked remotely'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  <a:p>
            <a:pPr marL="217170">
              <a:lnSpc>
                <a:spcPct val="100000"/>
              </a:lnSpc>
              <a:spcBef>
                <a:spcPts val="215"/>
              </a:spcBef>
            </a:pP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return</a:t>
            </a:r>
            <a:r>
              <a:rPr dirty="0" sz="1000" spc="-3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30">
                <a:solidFill>
                  <a:srgbClr val="6A9954"/>
                </a:solidFill>
                <a:latin typeface="Calibri"/>
                <a:cs typeface="Calibri"/>
              </a:rPr>
              <a:t>و</a:t>
            </a:r>
            <a:r>
              <a:rPr dirty="0" sz="800" spc="-409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sz="800" spc="-90">
                <a:solidFill>
                  <a:srgbClr val="6A9954"/>
                </a:solidFill>
                <a:latin typeface="Calibri"/>
                <a:cs typeface="Calibri"/>
              </a:rPr>
              <a:t>ع</a:t>
            </a:r>
            <a:r>
              <a:rPr dirty="0" sz="800" spc="-4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7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310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زا</a:t>
            </a:r>
            <a:r>
              <a:rPr dirty="0" sz="800" spc="-2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54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370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409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sz="800" spc="-215">
                <a:solidFill>
                  <a:srgbClr val="6A9954"/>
                </a:solidFill>
                <a:latin typeface="Calibri"/>
                <a:cs typeface="Calibri"/>
              </a:rPr>
              <a:t>س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endParaRPr sz="800">
              <a:latin typeface="Calibri"/>
              <a:cs typeface="Calibri"/>
            </a:endParaRPr>
          </a:p>
          <a:p>
            <a:pPr marL="217170" marR="1143635" indent="-113030">
              <a:lnSpc>
                <a:spcPts val="1420"/>
              </a:lnSpc>
              <a:spcBef>
                <a:spcPts val="60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1000" spc="1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unlock_with_password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1000" spc="2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input_password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1000" spc="-2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1000" spc="-1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input_password</a:t>
            </a:r>
            <a:r>
              <a:rPr dirty="0" sz="1000" spc="-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1000" spc="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password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r>
              <a:rPr dirty="0" sz="1000" spc="-4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1000" spc="-3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1000">
              <a:latin typeface="Calibri"/>
              <a:cs typeface="Calibri"/>
            </a:endParaRPr>
          </a:p>
          <a:p>
            <a:pPr marL="217170" marR="1280160" indent="115570">
              <a:lnSpc>
                <a:spcPct val="115999"/>
              </a:lnSpc>
              <a:spcBef>
                <a:spcPts val="25"/>
              </a:spcBef>
            </a:pP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log_activity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'Unlocked</a:t>
            </a:r>
            <a:r>
              <a:rPr dirty="0" sz="1000" spc="5">
                <a:solidFill>
                  <a:srgbClr val="CE917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E9178"/>
                </a:solidFill>
                <a:latin typeface="Calibri"/>
                <a:cs typeface="Calibri"/>
              </a:rPr>
              <a:t>with 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password'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 </a:t>
            </a:r>
            <a:r>
              <a:rPr dirty="0" sz="1000" spc="-2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return</a:t>
            </a:r>
            <a:r>
              <a:rPr dirty="0" sz="1000" spc="-1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50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sz="800" spc="-170">
                <a:solidFill>
                  <a:srgbClr val="6A9954"/>
                </a:solidFill>
                <a:latin typeface="Calibri"/>
                <a:cs typeface="Calibri"/>
              </a:rPr>
              <a:t>ش</a:t>
            </a:r>
            <a:r>
              <a:rPr dirty="0" sz="800" spc="-355">
                <a:solidFill>
                  <a:srgbClr val="6A9954"/>
                </a:solidFill>
                <a:latin typeface="Calibri"/>
                <a:cs typeface="Calibri"/>
              </a:rPr>
              <a:t>گ</a:t>
            </a:r>
            <a:r>
              <a:rPr dirty="0" sz="800" spc="-225">
                <a:solidFill>
                  <a:srgbClr val="6A9954"/>
                </a:solidFill>
                <a:latin typeface="Calibri"/>
                <a:cs typeface="Calibri"/>
              </a:rPr>
              <a:t>ن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7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2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370">
                <a:solidFill>
                  <a:srgbClr val="6A9954"/>
                </a:solidFill>
                <a:latin typeface="Calibri"/>
                <a:cs typeface="Calibri"/>
              </a:rPr>
              <a:t>ث</a:t>
            </a:r>
            <a:r>
              <a:rPr dirty="0" sz="800" spc="-90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2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5">
                <a:solidFill>
                  <a:srgbClr val="6A9954"/>
                </a:solidFill>
                <a:latin typeface="Calibri"/>
                <a:cs typeface="Calibri"/>
              </a:rPr>
              <a:t>ص</a:t>
            </a:r>
            <a:r>
              <a:rPr dirty="0" sz="800" spc="-305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-70">
                <a:solidFill>
                  <a:srgbClr val="6A9954"/>
                </a:solidFill>
                <a:latin typeface="Calibri"/>
                <a:cs typeface="Calibri"/>
              </a:rPr>
              <a:t>خ</a:t>
            </a:r>
            <a:r>
              <a:rPr dirty="0" sz="800" spc="-105">
                <a:solidFill>
                  <a:srgbClr val="6A9954"/>
                </a:solidFill>
                <a:latin typeface="Calibri"/>
                <a:cs typeface="Calibri"/>
              </a:rPr>
              <a:t>ش</a:t>
            </a:r>
            <a:r>
              <a:rPr dirty="0" sz="800" spc="-445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endParaRPr sz="800">
              <a:latin typeface="Calibri"/>
              <a:cs typeface="Calibri"/>
            </a:endParaRPr>
          </a:p>
          <a:p>
            <a:pPr marL="217170" marR="43180" indent="-113030">
              <a:lnSpc>
                <a:spcPct val="115999"/>
              </a:lnSpc>
              <a:spcBef>
                <a:spcPts val="25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1000" spc="2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unlock_with_fingerprint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10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input_fingerprint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1000" spc="3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actual_fingerprint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1000" spc="-2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1000" spc="-10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input_fingerprint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1000" spc="-1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actual_fingerprint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332740" marR="1224915">
              <a:lnSpc>
                <a:spcPct val="115999"/>
              </a:lnSpc>
              <a:spcBef>
                <a:spcPts val="2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r>
              <a:rPr dirty="0" sz="1000" spc="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1000" spc="1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559CD5"/>
                </a:solidFill>
                <a:latin typeface="Calibri"/>
                <a:cs typeface="Calibri"/>
              </a:rPr>
              <a:t>False </a:t>
            </a: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log_activity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'Unlocked</a:t>
            </a:r>
            <a:r>
              <a:rPr dirty="0" sz="1000" spc="5">
                <a:solidFill>
                  <a:srgbClr val="CE917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E9178"/>
                </a:solidFill>
                <a:latin typeface="Calibri"/>
                <a:cs typeface="Calibri"/>
              </a:rPr>
              <a:t>with 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fingerprint'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  <a:p>
            <a:pPr marL="217170">
              <a:lnSpc>
                <a:spcPct val="100000"/>
              </a:lnSpc>
              <a:spcBef>
                <a:spcPts val="215"/>
              </a:spcBef>
            </a:pP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return</a:t>
            </a:r>
            <a:r>
              <a:rPr dirty="0" sz="1000" spc="-3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50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225">
                <a:solidFill>
                  <a:srgbClr val="6A9954"/>
                </a:solidFill>
                <a:latin typeface="Calibri"/>
                <a:cs typeface="Calibri"/>
              </a:rPr>
              <a:t>ص</a:t>
            </a:r>
            <a:r>
              <a:rPr dirty="0" sz="800" spc="-2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05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-260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baseline="24305" sz="1200" spc="-322">
                <a:solidFill>
                  <a:srgbClr val="6A9954"/>
                </a:solidFill>
                <a:latin typeface="Calibri"/>
                <a:cs typeface="Calibri"/>
              </a:rPr>
              <a:t>:</a:t>
            </a:r>
            <a:r>
              <a:rPr dirty="0" baseline="24305" sz="1200" spc="-6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00">
                <a:solidFill>
                  <a:srgbClr val="6A9954"/>
                </a:solidFill>
                <a:latin typeface="Calibri"/>
                <a:cs typeface="Calibri"/>
              </a:rPr>
              <a:t>ن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endParaRPr sz="800">
              <a:latin typeface="Calibri"/>
              <a:cs typeface="Calibri"/>
            </a:endParaRPr>
          </a:p>
          <a:p>
            <a:pPr marL="217170" marR="884555" indent="-113030">
              <a:lnSpc>
                <a:spcPts val="1420"/>
              </a:lnSpc>
              <a:spcBef>
                <a:spcPts val="55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1000" spc="2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unlock_with_voice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10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input_voice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1000" spc="3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actual_voice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1000" spc="-21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1000" spc="-1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input_voice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1000" spc="-1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actual_voice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r>
              <a:rPr dirty="0" sz="1000" spc="-4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1000" spc="-3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1000">
              <a:latin typeface="Calibri"/>
              <a:cs typeface="Calibri"/>
            </a:endParaRPr>
          </a:p>
          <a:p>
            <a:pPr marL="217170" marR="1505585" indent="115570">
              <a:lnSpc>
                <a:spcPct val="116199"/>
              </a:lnSpc>
              <a:spcBef>
                <a:spcPts val="20"/>
              </a:spcBef>
            </a:pP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log_activity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CE9178"/>
                </a:solidFill>
                <a:latin typeface="Calibri"/>
                <a:cs typeface="Calibri"/>
              </a:rPr>
              <a:t>'Unlocked </a:t>
            </a:r>
            <a:r>
              <a:rPr dirty="0" sz="1000">
                <a:solidFill>
                  <a:srgbClr val="CE9178"/>
                </a:solidFill>
                <a:latin typeface="Calibri"/>
                <a:cs typeface="Calibri"/>
              </a:rPr>
              <a:t>with voice'</a:t>
            </a: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) </a:t>
            </a:r>
            <a:r>
              <a:rPr dirty="0" sz="1000" spc="-21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return</a:t>
            </a:r>
            <a:r>
              <a:rPr dirty="0" sz="1000" spc="-1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85">
                <a:solidFill>
                  <a:srgbClr val="6A9954"/>
                </a:solidFill>
                <a:latin typeface="Calibri"/>
                <a:cs typeface="Calibri"/>
              </a:rPr>
              <a:t>م</a:t>
            </a:r>
            <a:r>
              <a:rPr dirty="0" sz="800" spc="-305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-215">
                <a:solidFill>
                  <a:srgbClr val="6A9954"/>
                </a:solidFill>
                <a:latin typeface="Calibri"/>
                <a:cs typeface="Calibri"/>
              </a:rPr>
              <a:t>س</a:t>
            </a:r>
            <a:r>
              <a:rPr dirty="0" sz="800" spc="-190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baseline="-13888" sz="1200" spc="-7">
                <a:solidFill>
                  <a:srgbClr val="6A9954"/>
                </a:solidFill>
                <a:latin typeface="Calibri"/>
                <a:cs typeface="Calibri"/>
              </a:rPr>
              <a:t>.</a:t>
            </a:r>
            <a:r>
              <a:rPr dirty="0" baseline="-13888" sz="1200" spc="82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85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-330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405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sz="800" spc="-220">
                <a:solidFill>
                  <a:srgbClr val="6A9954"/>
                </a:solidFill>
                <a:latin typeface="Calibri"/>
                <a:cs typeface="Calibri"/>
              </a:rPr>
              <a:t>ش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85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-450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sz="800" spc="-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210">
                <a:solidFill>
                  <a:srgbClr val="6A9954"/>
                </a:solidFill>
                <a:latin typeface="Calibri"/>
                <a:cs typeface="Calibri"/>
              </a:rPr>
              <a:t>ص</a:t>
            </a:r>
            <a:r>
              <a:rPr dirty="0" sz="800" spc="-455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0729" y="1691639"/>
            <a:ext cx="3097529" cy="454850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36" y="151892"/>
            <a:ext cx="17018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4948" y="793445"/>
            <a:ext cx="2128520" cy="198628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290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1000" spc="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connect_to_wifi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1000" spc="1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wifi_name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10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190"/>
              </a:spcBef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80">
                <a:solidFill>
                  <a:srgbClr val="6A9954"/>
                </a:solidFill>
                <a:latin typeface="Calibri"/>
                <a:cs typeface="Calibri"/>
              </a:rPr>
              <a:t>دوش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40">
                <a:solidFill>
                  <a:srgbClr val="6A9954"/>
                </a:solidFill>
                <a:latin typeface="Calibri"/>
                <a:cs typeface="Calibri"/>
              </a:rPr>
              <a:t>یزاسهدایپ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دوخ </a:t>
            </a:r>
            <a:r>
              <a:rPr dirty="0" sz="800" spc="10">
                <a:solidFill>
                  <a:srgbClr val="6A9954"/>
                </a:solidFill>
                <a:latin typeface="Calibri"/>
                <a:cs typeface="Calibri"/>
              </a:rPr>
              <a:t>صاخ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75">
                <a:solidFill>
                  <a:srgbClr val="6A9954"/>
                </a:solidFill>
                <a:latin typeface="Calibri"/>
                <a:cs typeface="Calibri"/>
              </a:rPr>
              <a:t>طیحم</a:t>
            </a:r>
            <a:r>
              <a:rPr dirty="0" sz="800" spc="-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305">
                <a:solidFill>
                  <a:srgbClr val="6A9954"/>
                </a:solidFill>
                <a:latin typeface="Calibri"/>
                <a:cs typeface="Calibri"/>
              </a:rPr>
              <a:t>هب</a:t>
            </a:r>
            <a:r>
              <a:rPr dirty="0" sz="8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65">
                <a:solidFill>
                  <a:srgbClr val="6A9954"/>
                </a:solidFill>
                <a:latin typeface="Calibri"/>
                <a:cs typeface="Calibri"/>
              </a:rPr>
              <a:t>هجوت</a:t>
            </a:r>
            <a:r>
              <a:rPr dirty="0" sz="800" spc="-4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95">
                <a:solidFill>
                  <a:srgbClr val="6A9954"/>
                </a:solidFill>
                <a:latin typeface="Calibri"/>
                <a:cs typeface="Calibri"/>
              </a:rPr>
              <a:t>اب</a:t>
            </a:r>
            <a:r>
              <a:rPr dirty="0" sz="800" spc="-3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80">
                <a:solidFill>
                  <a:srgbClr val="6A9954"/>
                </a:solidFill>
                <a:latin typeface="Calibri"/>
                <a:cs typeface="Calibri"/>
              </a:rPr>
              <a:t>دیاب                                                                             </a:t>
            </a:r>
            <a:r>
              <a:rPr dirty="0" sz="800" spc="-17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35">
                <a:solidFill>
                  <a:srgbClr val="6A9954"/>
                </a:solidFill>
                <a:latin typeface="Calibri"/>
                <a:cs typeface="Calibri"/>
              </a:rPr>
              <a:t>عبات</a:t>
            </a:r>
            <a:r>
              <a:rPr dirty="0" sz="800" spc="-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10">
                <a:solidFill>
                  <a:srgbClr val="6A9954"/>
                </a:solidFill>
                <a:latin typeface="Calibri"/>
                <a:cs typeface="Calibri"/>
              </a:rPr>
              <a:t>نیا</a:t>
            </a:r>
            <a:endParaRPr sz="8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  <a:spcBef>
                <a:spcPts val="215"/>
              </a:spcBef>
            </a:pPr>
            <a:r>
              <a:rPr dirty="0" sz="1000" spc="-5">
                <a:solidFill>
                  <a:srgbClr val="C585C0"/>
                </a:solidFill>
                <a:latin typeface="Calibri"/>
                <a:cs typeface="Calibri"/>
              </a:rPr>
              <a:t>pass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40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60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30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sz="800" spc="-305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-275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114">
                <a:solidFill>
                  <a:srgbClr val="6A9954"/>
                </a:solidFill>
                <a:latin typeface="Calibri"/>
                <a:cs typeface="Calibri"/>
              </a:rPr>
              <a:t>ع</a:t>
            </a:r>
            <a:r>
              <a:rPr dirty="0" sz="800" spc="-400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6A9954"/>
                </a:solidFill>
                <a:latin typeface="Calibri"/>
                <a:cs typeface="Calibri"/>
              </a:rPr>
              <a:t>ط</a:t>
            </a:r>
            <a:r>
              <a:rPr dirty="0" sz="800" spc="-409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sz="800" spc="-225">
                <a:solidFill>
                  <a:srgbClr val="6A9954"/>
                </a:solidFill>
                <a:latin typeface="Calibri"/>
                <a:cs typeface="Calibri"/>
              </a:rPr>
              <a:t>ض</a:t>
            </a:r>
            <a:endParaRPr sz="800">
              <a:latin typeface="Calibri"/>
              <a:cs typeface="Calibri"/>
            </a:endParaRPr>
          </a:p>
          <a:p>
            <a:pPr marL="128270" marR="312420" indent="-113030">
              <a:lnSpc>
                <a:spcPts val="1420"/>
              </a:lnSpc>
              <a:spcBef>
                <a:spcPts val="55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log_activity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,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activity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activity_log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append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activity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60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30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sz="800" spc="-305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-275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114">
                <a:solidFill>
                  <a:srgbClr val="6A9954"/>
                </a:solidFill>
                <a:latin typeface="Calibri"/>
                <a:cs typeface="Calibri"/>
              </a:rPr>
              <a:t>ع</a:t>
            </a:r>
            <a:r>
              <a:rPr dirty="0" sz="800" spc="-400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54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50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110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195">
                <a:solidFill>
                  <a:srgbClr val="6A9954"/>
                </a:solidFill>
                <a:latin typeface="Calibri"/>
                <a:cs typeface="Calibri"/>
              </a:rPr>
              <a:t>ش</a:t>
            </a:r>
            <a:r>
              <a:rPr dirty="0" sz="800" spc="-30">
                <a:solidFill>
                  <a:srgbClr val="6A9954"/>
                </a:solidFill>
                <a:latin typeface="Calibri"/>
                <a:cs typeface="Calibri"/>
              </a:rPr>
              <a:t>م</a:t>
            </a:r>
            <a:endParaRPr sz="800">
              <a:latin typeface="Calibri"/>
              <a:cs typeface="Calibri"/>
            </a:endParaRPr>
          </a:p>
          <a:p>
            <a:pPr marL="128270" marR="831215" indent="-113030">
              <a:lnSpc>
                <a:spcPts val="1420"/>
              </a:lnSpc>
              <a:spcBef>
                <a:spcPts val="60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view_activities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10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return</a:t>
            </a:r>
            <a:r>
              <a:rPr dirty="0" sz="1000" spc="-5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activity_log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3101" y="3130677"/>
            <a:ext cx="23933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0" b="1">
                <a:solidFill>
                  <a:srgbClr val="5F5DBE"/>
                </a:solidFill>
                <a:latin typeface="Calibri"/>
                <a:cs typeface="Calibri"/>
              </a:rPr>
              <a:t>د</a:t>
            </a:r>
            <a:r>
              <a:rPr dirty="0" sz="1800" spc="-195" b="1">
                <a:solidFill>
                  <a:srgbClr val="5F5DBE"/>
                </a:solidFill>
                <a:latin typeface="Calibri"/>
                <a:cs typeface="Calibri"/>
              </a:rPr>
              <a:t>ن</a:t>
            </a:r>
            <a:r>
              <a:rPr dirty="0" sz="1800" spc="-150" b="1">
                <a:solidFill>
                  <a:srgbClr val="5F5DBE"/>
                </a:solidFill>
                <a:latin typeface="Calibri"/>
                <a:cs typeface="Calibri"/>
              </a:rPr>
              <a:t>م</a:t>
            </a:r>
            <a:r>
              <a:rPr dirty="0" sz="1800" spc="-380" b="1">
                <a:solidFill>
                  <a:srgbClr val="5F5DBE"/>
                </a:solidFill>
                <a:latin typeface="Calibri"/>
                <a:cs typeface="Calibri"/>
              </a:rPr>
              <a:t>ش</a:t>
            </a:r>
            <a:r>
              <a:rPr dirty="0" sz="1800" spc="-75" b="1">
                <a:solidFill>
                  <a:srgbClr val="5F5DBE"/>
                </a:solidFill>
                <a:latin typeface="Calibri"/>
                <a:cs typeface="Calibri"/>
              </a:rPr>
              <a:t>و</a:t>
            </a:r>
            <a:r>
              <a:rPr dirty="0" sz="1800" spc="-105" b="1">
                <a:solidFill>
                  <a:srgbClr val="5F5DBE"/>
                </a:solidFill>
                <a:latin typeface="Calibri"/>
                <a:cs typeface="Calibri"/>
              </a:rPr>
              <a:t>ه</a:t>
            </a:r>
            <a:r>
              <a:rPr dirty="0" sz="1800" spc="-10" b="1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1800" spc="50" b="1">
                <a:solidFill>
                  <a:srgbClr val="5F5DBE"/>
                </a:solidFill>
                <a:latin typeface="Calibri"/>
                <a:cs typeface="Calibri"/>
              </a:rPr>
              <a:t>ی</a:t>
            </a:r>
            <a:r>
              <a:rPr dirty="0" sz="1800" b="1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r>
              <a:rPr dirty="0" sz="1800" spc="-250" b="1">
                <a:solidFill>
                  <a:srgbClr val="5F5DBE"/>
                </a:solidFill>
                <a:latin typeface="Calibri"/>
                <a:cs typeface="Calibri"/>
              </a:rPr>
              <a:t>ه</a:t>
            </a:r>
            <a:r>
              <a:rPr dirty="0" sz="1800" b="1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1800" spc="-295" b="1">
                <a:solidFill>
                  <a:srgbClr val="5F5DBE"/>
                </a:solidFill>
                <a:latin typeface="Calibri"/>
                <a:cs typeface="Calibri"/>
              </a:rPr>
              <a:t>ل</a:t>
            </a:r>
            <a:r>
              <a:rPr dirty="0" sz="1800" spc="-450" b="1">
                <a:solidFill>
                  <a:srgbClr val="5F5DBE"/>
                </a:solidFill>
                <a:latin typeface="Calibri"/>
                <a:cs typeface="Calibri"/>
              </a:rPr>
              <a:t>ف</a:t>
            </a:r>
            <a:r>
              <a:rPr dirty="0" sz="1800" spc="-475" b="1">
                <a:solidFill>
                  <a:srgbClr val="5F5DBE"/>
                </a:solidFill>
                <a:latin typeface="Calibri"/>
                <a:cs typeface="Calibri"/>
              </a:rPr>
              <a:t>ق</a:t>
            </a:r>
            <a:r>
              <a:rPr dirty="0" sz="1800" spc="-5" b="1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5F5DBE"/>
                </a:solidFill>
                <a:latin typeface="Calibri"/>
                <a:cs typeface="Calibri"/>
              </a:rPr>
              <a:t>ی</a:t>
            </a:r>
            <a:r>
              <a:rPr dirty="0" sz="1800" spc="-245" b="1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r>
              <a:rPr dirty="0" sz="1800" spc="-330" b="1">
                <a:solidFill>
                  <a:srgbClr val="5F5DBE"/>
                </a:solidFill>
                <a:latin typeface="Calibri"/>
                <a:cs typeface="Calibri"/>
              </a:rPr>
              <a:t>ر</a:t>
            </a:r>
            <a:r>
              <a:rPr dirty="0" sz="1800" spc="-610" b="1">
                <a:solidFill>
                  <a:srgbClr val="5F5DBE"/>
                </a:solidFill>
                <a:latin typeface="Calibri"/>
                <a:cs typeface="Calibri"/>
              </a:rPr>
              <a:t>ب</a:t>
            </a:r>
            <a:r>
              <a:rPr dirty="0" sz="1800" spc="-120" b="1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1800" spc="-210" b="1">
                <a:solidFill>
                  <a:srgbClr val="5F5DBE"/>
                </a:solidFill>
                <a:latin typeface="Calibri"/>
                <a:cs typeface="Calibri"/>
              </a:rPr>
              <a:t>و</a:t>
            </a:r>
            <a:r>
              <a:rPr dirty="0" sz="1800" spc="-250" b="1">
                <a:solidFill>
                  <a:srgbClr val="5F5DBE"/>
                </a:solidFill>
                <a:latin typeface="Calibri"/>
                <a:cs typeface="Calibri"/>
              </a:rPr>
              <a:t>ن</a:t>
            </a:r>
            <a:r>
              <a:rPr dirty="0" sz="1800" spc="-5" b="1">
                <a:solidFill>
                  <a:srgbClr val="5F5DBE"/>
                </a:solidFill>
                <a:latin typeface="Calibri"/>
                <a:cs typeface="Calibri"/>
              </a:rPr>
              <a:t> </a:t>
            </a:r>
            <a:r>
              <a:rPr dirty="0" sz="1800" spc="-370" b="1">
                <a:solidFill>
                  <a:srgbClr val="5F5DBE"/>
                </a:solidFill>
                <a:latin typeface="Calibri"/>
                <a:cs typeface="Calibri"/>
              </a:rPr>
              <a:t>هد</a:t>
            </a:r>
            <a:r>
              <a:rPr dirty="0" sz="1800" spc="-434" b="1">
                <a:solidFill>
                  <a:srgbClr val="5F5DBE"/>
                </a:solidFill>
                <a:latin typeface="Calibri"/>
                <a:cs typeface="Calibri"/>
              </a:rPr>
              <a:t>ی</a:t>
            </a:r>
            <a:r>
              <a:rPr dirty="0" sz="1800" b="1">
                <a:solidFill>
                  <a:srgbClr val="5F5DBE"/>
                </a:solidFill>
                <a:latin typeface="Calibri"/>
                <a:cs typeface="Calibri"/>
              </a:rPr>
              <a:t>ا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612" y="3957065"/>
            <a:ext cx="6447155" cy="44684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83185">
              <a:lnSpc>
                <a:spcPct val="100000"/>
              </a:lnSpc>
              <a:spcBef>
                <a:spcPts val="90"/>
              </a:spcBef>
            </a:pPr>
            <a:r>
              <a:rPr dirty="0" sz="1350" spc="-114">
                <a:latin typeface="Calibri"/>
                <a:cs typeface="Calibri"/>
              </a:rPr>
              <a:t>“</a:t>
            </a:r>
            <a:r>
              <a:rPr dirty="0" sz="1350" spc="-114">
                <a:solidFill>
                  <a:srgbClr val="FF0000"/>
                </a:solidFill>
                <a:latin typeface="Calibri"/>
                <a:cs typeface="Calibri"/>
              </a:rPr>
              <a:t>دنمشوه</a:t>
            </a:r>
            <a:r>
              <a:rPr dirty="0" sz="135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350" spc="-175">
                <a:solidFill>
                  <a:srgbClr val="FF0000"/>
                </a:solidFill>
                <a:latin typeface="Calibri"/>
                <a:cs typeface="Calibri"/>
              </a:rPr>
              <a:t>یاهلفق</a:t>
            </a:r>
            <a:r>
              <a:rPr dirty="0" sz="135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350" spc="-175">
                <a:solidFill>
                  <a:srgbClr val="FF0000"/>
                </a:solidFill>
                <a:latin typeface="Calibri"/>
                <a:cs typeface="Calibri"/>
              </a:rPr>
              <a:t>تینما</a:t>
            </a:r>
            <a:r>
              <a:rPr dirty="0" sz="1350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350" spc="-229">
                <a:solidFill>
                  <a:srgbClr val="FF0000"/>
                </a:solidFill>
                <a:latin typeface="Calibri"/>
                <a:cs typeface="Calibri"/>
              </a:rPr>
              <a:t>یارب</a:t>
            </a:r>
            <a:r>
              <a:rPr dirty="0" sz="1350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350" spc="-75">
                <a:solidFill>
                  <a:srgbClr val="FF0000"/>
                </a:solidFill>
                <a:latin typeface="Calibri"/>
                <a:cs typeface="Calibri"/>
              </a:rPr>
              <a:t>یدیدج</a:t>
            </a:r>
            <a:r>
              <a:rPr dirty="0" sz="135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350" spc="-245">
                <a:solidFill>
                  <a:srgbClr val="FF0000"/>
                </a:solidFill>
                <a:latin typeface="Calibri"/>
                <a:cs typeface="Calibri"/>
              </a:rPr>
              <a:t>درکیور</a:t>
            </a:r>
            <a:r>
              <a:rPr dirty="0" sz="135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baseline="4115" sz="2025" spc="-359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dirty="0" sz="1350" spc="-240">
                <a:solidFill>
                  <a:srgbClr val="FF0000"/>
                </a:solidFill>
                <a:latin typeface="Calibri"/>
                <a:cs typeface="Calibri"/>
              </a:rPr>
              <a:t>یراتفر</a:t>
            </a:r>
            <a:r>
              <a:rPr dirty="0" sz="135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350" spc="-210">
                <a:solidFill>
                  <a:srgbClr val="FF0000"/>
                </a:solidFill>
                <a:latin typeface="Calibri"/>
                <a:cs typeface="Calibri"/>
              </a:rPr>
              <a:t>یوگلا</a:t>
            </a:r>
            <a:r>
              <a:rPr dirty="0" sz="1350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350" spc="-300">
                <a:solidFill>
                  <a:srgbClr val="FF0000"/>
                </a:solidFill>
                <a:latin typeface="Calibri"/>
                <a:cs typeface="Calibri"/>
              </a:rPr>
              <a:t>صیخشت</a:t>
            </a:r>
            <a:r>
              <a:rPr dirty="0" sz="1350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350" spc="-260">
                <a:solidFill>
                  <a:srgbClr val="FF0000"/>
                </a:solidFill>
                <a:latin typeface="Calibri"/>
                <a:cs typeface="Calibri"/>
              </a:rPr>
              <a:t>یژولونک</a:t>
            </a:r>
            <a:r>
              <a:rPr dirty="0" sz="1350" spc="-260">
                <a:latin typeface="Calibri"/>
                <a:cs typeface="Calibri"/>
              </a:rPr>
              <a:t>ت”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Calibri"/>
              <a:cs typeface="Calibri"/>
            </a:endParaRPr>
          </a:p>
          <a:p>
            <a:pPr algn="r" marL="282575" marR="81280" indent="273685">
              <a:lnSpc>
                <a:spcPct val="100699"/>
              </a:lnSpc>
            </a:pPr>
            <a:r>
              <a:rPr dirty="0" sz="1350" spc="-175">
                <a:latin typeface="Calibri"/>
                <a:cs typeface="Calibri"/>
              </a:rPr>
              <a:t>یاهلفق</a:t>
            </a:r>
            <a:r>
              <a:rPr dirty="0" sz="1350" spc="-110">
                <a:latin typeface="Calibri"/>
                <a:cs typeface="Calibri"/>
              </a:rPr>
              <a:t> </a:t>
            </a:r>
            <a:r>
              <a:rPr dirty="0" sz="1350" spc="-175">
                <a:latin typeface="Calibri"/>
                <a:cs typeface="Calibri"/>
              </a:rPr>
              <a:t>تینما</a:t>
            </a:r>
            <a:r>
              <a:rPr dirty="0" sz="1350" spc="-110">
                <a:latin typeface="Calibri"/>
                <a:cs typeface="Calibri"/>
              </a:rPr>
              <a:t> </a:t>
            </a:r>
            <a:r>
              <a:rPr dirty="0" sz="1350" spc="-235">
                <a:latin typeface="Calibri"/>
                <a:cs typeface="Calibri"/>
              </a:rPr>
              <a:t>یارب</a:t>
            </a:r>
            <a:r>
              <a:rPr dirty="0" sz="1350" spc="-190">
                <a:latin typeface="Calibri"/>
                <a:cs typeface="Calibri"/>
              </a:rPr>
              <a:t> </a:t>
            </a:r>
            <a:r>
              <a:rPr dirty="0" sz="1350" spc="20">
                <a:latin typeface="Calibri"/>
                <a:cs typeface="Calibri"/>
              </a:rPr>
              <a:t>باذج</a:t>
            </a:r>
            <a:r>
              <a:rPr dirty="0" sz="1350" spc="-95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و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90">
                <a:latin typeface="Calibri"/>
                <a:cs typeface="Calibri"/>
              </a:rPr>
              <a:t>دیدج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245">
                <a:latin typeface="Calibri"/>
                <a:cs typeface="Calibri"/>
              </a:rPr>
              <a:t>درکیور</a:t>
            </a:r>
            <a:r>
              <a:rPr dirty="0" sz="1350" spc="-235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کی</a:t>
            </a:r>
            <a:r>
              <a:rPr dirty="0" sz="1350" spc="-290">
                <a:latin typeface="Calibri"/>
                <a:cs typeface="Calibri"/>
              </a:rPr>
              <a:t> </a:t>
            </a:r>
            <a:r>
              <a:rPr dirty="0" sz="1350" spc="-215">
                <a:latin typeface="Calibri"/>
                <a:cs typeface="Calibri"/>
              </a:rPr>
              <a:t>دناوتمی</a:t>
            </a:r>
            <a:r>
              <a:rPr dirty="0" sz="1350" spc="-165">
                <a:latin typeface="Calibri"/>
                <a:cs typeface="Calibri"/>
              </a:rPr>
              <a:t> </a:t>
            </a:r>
            <a:r>
              <a:rPr dirty="0" sz="1350" spc="-315">
                <a:latin typeface="Calibri"/>
                <a:cs typeface="Calibri"/>
              </a:rPr>
              <a:t>ربراک</a:t>
            </a:r>
            <a:r>
              <a:rPr dirty="0" sz="1350" spc="-110">
                <a:latin typeface="Calibri"/>
                <a:cs typeface="Calibri"/>
              </a:rPr>
              <a:t> </a:t>
            </a:r>
            <a:r>
              <a:rPr dirty="0" sz="1350" spc="-285">
                <a:latin typeface="Calibri"/>
                <a:cs typeface="Calibri"/>
              </a:rPr>
              <a:t>یراتفر</a:t>
            </a:r>
            <a:r>
              <a:rPr dirty="0" sz="1350" spc="-280">
                <a:latin typeface="Calibri"/>
                <a:cs typeface="Calibri"/>
              </a:rPr>
              <a:t> </a:t>
            </a:r>
            <a:r>
              <a:rPr dirty="0" sz="1350" spc="-210">
                <a:latin typeface="Calibri"/>
                <a:cs typeface="Calibri"/>
              </a:rPr>
              <a:t>یوگلا</a:t>
            </a:r>
            <a:r>
              <a:rPr dirty="0" sz="1350" spc="-165">
                <a:latin typeface="Calibri"/>
                <a:cs typeface="Calibri"/>
              </a:rPr>
              <a:t> </a:t>
            </a:r>
            <a:r>
              <a:rPr dirty="0" sz="1350" spc="-300">
                <a:latin typeface="Calibri"/>
                <a:cs typeface="Calibri"/>
              </a:rPr>
              <a:t>صیخشت</a:t>
            </a:r>
            <a:r>
              <a:rPr dirty="0" sz="1350" spc="-295">
                <a:latin typeface="Calibri"/>
                <a:cs typeface="Calibri"/>
              </a:rPr>
              <a:t> یژولونکت</a:t>
            </a:r>
            <a:r>
              <a:rPr dirty="0" sz="1350" spc="-285">
                <a:latin typeface="Calibri"/>
                <a:cs typeface="Calibri"/>
              </a:rPr>
              <a:t> </a:t>
            </a:r>
            <a:r>
              <a:rPr dirty="0" baseline="4115" sz="2025" spc="-540">
                <a:latin typeface="Calibri"/>
                <a:cs typeface="Calibri"/>
              </a:rPr>
              <a:t>.</a:t>
            </a:r>
            <a:r>
              <a:rPr dirty="0" sz="1350" spc="-360">
                <a:latin typeface="Calibri"/>
                <a:cs typeface="Calibri"/>
              </a:rPr>
              <a:t>هتبلا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sz="1350" spc="-365">
                <a:latin typeface="Calibri"/>
                <a:cs typeface="Calibri"/>
              </a:rPr>
              <a:t>،هلب </a:t>
            </a:r>
            <a:r>
              <a:rPr dirty="0" sz="1350" spc="-295">
                <a:latin typeface="Calibri"/>
                <a:cs typeface="Calibri"/>
              </a:rPr>
              <a:t> </a:t>
            </a:r>
            <a:r>
              <a:rPr dirty="0" sz="1350" spc="-215">
                <a:latin typeface="Calibri"/>
                <a:cs typeface="Calibri"/>
              </a:rPr>
              <a:t>یوگلا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390">
                <a:latin typeface="Calibri"/>
                <a:cs typeface="Calibri"/>
              </a:rPr>
              <a:t>ت</a:t>
            </a:r>
            <a:r>
              <a:rPr dirty="0" baseline="16460" sz="2025" spc="-585">
                <a:latin typeface="Calibri"/>
                <a:cs typeface="Calibri"/>
              </a:rPr>
              <a:t>:</a:t>
            </a:r>
            <a:r>
              <a:rPr dirty="0" baseline="16460" sz="2025" spc="52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ح</a:t>
            </a:r>
            <a:r>
              <a:rPr dirty="0" sz="1350" spc="-95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و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385">
                <a:latin typeface="Calibri"/>
                <a:cs typeface="Calibri"/>
              </a:rPr>
              <a:t>دیلک</a:t>
            </a:r>
            <a:r>
              <a:rPr dirty="0" sz="1350" spc="-114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80">
                <a:latin typeface="Calibri"/>
                <a:cs typeface="Calibri"/>
              </a:rPr>
              <a:t> </a:t>
            </a:r>
            <a:r>
              <a:rPr dirty="0" sz="1350" spc="-235">
                <a:latin typeface="Calibri"/>
                <a:cs typeface="Calibri"/>
              </a:rPr>
              <a:t>راشف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315">
                <a:latin typeface="Calibri"/>
                <a:cs typeface="Calibri"/>
              </a:rPr>
              <a:t>،دیلک</a:t>
            </a:r>
            <a:r>
              <a:rPr dirty="0" sz="1350" spc="-110">
                <a:latin typeface="Calibri"/>
                <a:cs typeface="Calibri"/>
              </a:rPr>
              <a:t> </a:t>
            </a:r>
            <a:r>
              <a:rPr dirty="0" sz="1350" spc="-65">
                <a:latin typeface="Calibri"/>
                <a:cs typeface="Calibri"/>
              </a:rPr>
              <a:t>ندز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340">
                <a:latin typeface="Calibri"/>
                <a:cs typeface="Calibri"/>
              </a:rPr>
              <a:t>متیر</a:t>
            </a:r>
            <a:r>
              <a:rPr dirty="0" sz="1350" spc="-95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و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190">
                <a:latin typeface="Calibri"/>
                <a:cs typeface="Calibri"/>
              </a:rPr>
              <a:t>تعسر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25">
                <a:latin typeface="Calibri"/>
                <a:cs typeface="Calibri"/>
              </a:rPr>
              <a:t>دننام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280">
                <a:latin typeface="Calibri"/>
                <a:cs typeface="Calibri"/>
              </a:rPr>
              <a:t>یراتفر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170">
                <a:latin typeface="Calibri"/>
                <a:cs typeface="Calibri"/>
              </a:rPr>
              <a:t>یاهوگلا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220">
                <a:latin typeface="Calibri"/>
                <a:cs typeface="Calibri"/>
              </a:rPr>
              <a:t>دناوتمی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یژولونکت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نیا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baseline="4115" sz="2025" spc="-300">
                <a:latin typeface="Calibri"/>
                <a:cs typeface="Calibri"/>
              </a:rPr>
              <a:t>.</a:t>
            </a:r>
            <a:r>
              <a:rPr dirty="0" sz="1350" spc="-200">
                <a:latin typeface="Calibri"/>
                <a:cs typeface="Calibri"/>
              </a:rPr>
              <a:t>دشاب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 spc="-135">
                <a:latin typeface="Calibri"/>
                <a:cs typeface="Calibri"/>
              </a:rPr>
              <a:t>دنمشوه</a:t>
            </a:r>
            <a:endParaRPr sz="1350">
              <a:latin typeface="Calibri"/>
              <a:cs typeface="Calibri"/>
            </a:endParaRPr>
          </a:p>
          <a:p>
            <a:pPr algn="r" marR="84455">
              <a:lnSpc>
                <a:spcPct val="100000"/>
              </a:lnSpc>
              <a:spcBef>
                <a:spcPts val="40"/>
              </a:spcBef>
            </a:pPr>
            <a:r>
              <a:rPr dirty="0" sz="1350" spc="-275">
                <a:latin typeface="Calibri"/>
                <a:cs typeface="Calibri"/>
              </a:rPr>
              <a:t>دنک</a:t>
            </a:r>
            <a:r>
              <a:rPr dirty="0" sz="1350" spc="-12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هدافتسا</a:t>
            </a:r>
            <a:r>
              <a:rPr dirty="0" sz="1350" spc="-85">
                <a:latin typeface="Calibri"/>
                <a:cs typeface="Calibri"/>
              </a:rPr>
              <a:t> </a:t>
            </a:r>
            <a:r>
              <a:rPr dirty="0" sz="1350" spc="-315">
                <a:latin typeface="Calibri"/>
                <a:cs typeface="Calibri"/>
              </a:rPr>
              <a:t>ربراک</a:t>
            </a:r>
            <a:r>
              <a:rPr dirty="0" sz="1350" spc="-114">
                <a:latin typeface="Calibri"/>
                <a:cs typeface="Calibri"/>
              </a:rPr>
              <a:t> </a:t>
            </a:r>
            <a:r>
              <a:rPr dirty="0" sz="1350" spc="-190">
                <a:latin typeface="Calibri"/>
                <a:cs typeface="Calibri"/>
              </a:rPr>
              <a:t>تیوه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300">
                <a:latin typeface="Calibri"/>
                <a:cs typeface="Calibri"/>
              </a:rPr>
              <a:t>صیخشت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235">
                <a:latin typeface="Calibri"/>
                <a:cs typeface="Calibri"/>
              </a:rPr>
              <a:t>یارب</a:t>
            </a:r>
            <a:r>
              <a:rPr dirty="0" sz="1350" spc="-85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و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دت</a:t>
            </a:r>
            <a:r>
              <a:rPr dirty="0" baseline="-4115" sz="2025" spc="-165">
                <a:latin typeface="Calibri"/>
                <a:cs typeface="Calibri"/>
              </a:rPr>
              <a:t> </a:t>
            </a:r>
            <a:r>
              <a:rPr dirty="0" sz="1350" spc="-670">
                <a:latin typeface="Calibri"/>
                <a:cs typeface="Calibri"/>
              </a:rPr>
              <a:t>گب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75">
                <a:latin typeface="Calibri"/>
                <a:cs typeface="Calibri"/>
              </a:rPr>
              <a:t>دای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95">
                <a:latin typeface="Calibri"/>
                <a:cs typeface="Calibri"/>
              </a:rPr>
              <a:t>ار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105">
                <a:latin typeface="Calibri"/>
                <a:cs typeface="Calibri"/>
              </a:rPr>
              <a:t>تسد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165">
                <a:latin typeface="Calibri"/>
                <a:cs typeface="Calibri"/>
              </a:rPr>
              <a:t>تکرح.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Calibri"/>
              <a:cs typeface="Calibri"/>
            </a:endParaRPr>
          </a:p>
          <a:p>
            <a:pPr algn="just" marL="297815" marR="83185" indent="39370">
              <a:lnSpc>
                <a:spcPct val="101499"/>
              </a:lnSpc>
            </a:pPr>
            <a:r>
              <a:rPr dirty="0" sz="1350" spc="-434">
                <a:latin typeface="Calibri"/>
                <a:cs typeface="Calibri"/>
              </a:rPr>
              <a:t>هک</a:t>
            </a:r>
            <a:r>
              <a:rPr dirty="0" sz="1350" spc="-120">
                <a:latin typeface="Calibri"/>
                <a:cs typeface="Calibri"/>
              </a:rPr>
              <a:t> </a:t>
            </a:r>
            <a:r>
              <a:rPr dirty="0" sz="1350" spc="-390">
                <a:latin typeface="Calibri"/>
                <a:cs typeface="Calibri"/>
              </a:rPr>
              <a:t>ت</a:t>
            </a:r>
            <a:r>
              <a:rPr dirty="0" baseline="16460" sz="2025" spc="-585">
                <a:latin typeface="Calibri"/>
                <a:cs typeface="Calibri"/>
              </a:rPr>
              <a:t>:</a:t>
            </a:r>
            <a:r>
              <a:rPr dirty="0" baseline="16460" sz="2025" spc="44">
                <a:latin typeface="Calibri"/>
                <a:cs typeface="Calibri"/>
              </a:rPr>
              <a:t> </a:t>
            </a:r>
            <a:r>
              <a:rPr dirty="0" sz="1350" spc="-220">
                <a:latin typeface="Calibri"/>
                <a:cs typeface="Calibri"/>
              </a:rPr>
              <a:t>قو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 spc="-390">
                <a:latin typeface="Calibri"/>
                <a:cs typeface="Calibri"/>
              </a:rPr>
              <a:t>ت</a:t>
            </a:r>
            <a:r>
              <a:rPr dirty="0" baseline="16460" sz="2025" spc="-585">
                <a:latin typeface="Calibri"/>
                <a:cs typeface="Calibri"/>
              </a:rPr>
              <a:t>:</a:t>
            </a:r>
            <a:r>
              <a:rPr dirty="0" baseline="16460" sz="2025" spc="52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ح </a:t>
            </a:r>
            <a:r>
              <a:rPr dirty="0" sz="1350" spc="-265">
                <a:latin typeface="Calibri"/>
                <a:cs typeface="Calibri"/>
              </a:rPr>
              <a:t>ای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215">
                <a:latin typeface="Calibri"/>
                <a:cs typeface="Calibri"/>
              </a:rPr>
              <a:t>،دینزمی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55">
                <a:latin typeface="Calibri"/>
                <a:cs typeface="Calibri"/>
              </a:rPr>
              <a:t>صیاخ </a:t>
            </a:r>
            <a:r>
              <a:rPr dirty="0" sz="1350" spc="-235">
                <a:latin typeface="Calibri"/>
                <a:cs typeface="Calibri"/>
              </a:rPr>
              <a:t>راشف</a:t>
            </a:r>
            <a:r>
              <a:rPr dirty="0" sz="1350" spc="-95">
                <a:latin typeface="Calibri"/>
                <a:cs typeface="Calibri"/>
              </a:rPr>
              <a:t> </a:t>
            </a:r>
            <a:r>
              <a:rPr dirty="0" sz="1350" spc="-350">
                <a:latin typeface="Calibri"/>
                <a:cs typeface="Calibri"/>
              </a:rPr>
              <a:t>اب</a:t>
            </a:r>
            <a:r>
              <a:rPr dirty="0" sz="1350" spc="-90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و </a:t>
            </a:r>
            <a:r>
              <a:rPr dirty="0" sz="1350" spc="10">
                <a:latin typeface="Calibri"/>
                <a:cs typeface="Calibri"/>
              </a:rPr>
              <a:t>صاخ </a:t>
            </a:r>
            <a:r>
              <a:rPr dirty="0" sz="1350" spc="-190">
                <a:latin typeface="Calibri"/>
                <a:cs typeface="Calibri"/>
              </a:rPr>
              <a:t>تعسر</a:t>
            </a:r>
            <a:r>
              <a:rPr dirty="0" sz="1350" spc="-75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کی</a:t>
            </a:r>
            <a:r>
              <a:rPr dirty="0" sz="1350" spc="-130">
                <a:latin typeface="Calibri"/>
                <a:cs typeface="Calibri"/>
              </a:rPr>
              <a:t> </a:t>
            </a:r>
            <a:r>
              <a:rPr dirty="0" sz="1350" spc="-350">
                <a:latin typeface="Calibri"/>
                <a:cs typeface="Calibri"/>
              </a:rPr>
              <a:t>اب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95">
                <a:latin typeface="Calibri"/>
                <a:cs typeface="Calibri"/>
              </a:rPr>
              <a:t>ار </a:t>
            </a:r>
            <a:r>
              <a:rPr dirty="0" sz="1350" spc="-385">
                <a:latin typeface="Calibri"/>
                <a:cs typeface="Calibri"/>
              </a:rPr>
              <a:t>دیلک</a:t>
            </a:r>
            <a:r>
              <a:rPr dirty="0" sz="1350" spc="-114">
                <a:latin typeface="Calibri"/>
                <a:cs typeface="Calibri"/>
              </a:rPr>
              <a:t> </a:t>
            </a:r>
            <a:r>
              <a:rPr dirty="0" sz="1350" spc="-265">
                <a:latin typeface="Calibri"/>
                <a:cs typeface="Calibri"/>
              </a:rPr>
              <a:t>هشیمه</a:t>
            </a:r>
            <a:r>
              <a:rPr dirty="0" sz="1350" spc="-65">
                <a:latin typeface="Calibri"/>
                <a:cs typeface="Calibri"/>
              </a:rPr>
              <a:t> </a:t>
            </a:r>
            <a:r>
              <a:rPr dirty="0" sz="1350" spc="-100">
                <a:latin typeface="Calibri"/>
                <a:cs typeface="Calibri"/>
              </a:rPr>
              <a:t>امش </a:t>
            </a:r>
            <a:r>
              <a:rPr dirty="0" sz="1350" spc="-434">
                <a:latin typeface="Calibri"/>
                <a:cs typeface="Calibri"/>
              </a:rPr>
              <a:t>هک</a:t>
            </a:r>
            <a:r>
              <a:rPr dirty="0" sz="1350" spc="-145">
                <a:latin typeface="Calibri"/>
                <a:cs typeface="Calibri"/>
              </a:rPr>
              <a:t> </a:t>
            </a:r>
            <a:r>
              <a:rPr dirty="0" sz="1350" spc="-335">
                <a:latin typeface="Calibri"/>
                <a:cs typeface="Calibri"/>
              </a:rPr>
              <a:t>دینک</a:t>
            </a:r>
            <a:r>
              <a:rPr dirty="0" sz="1350" spc="-114">
                <a:latin typeface="Calibri"/>
                <a:cs typeface="Calibri"/>
              </a:rPr>
              <a:t> </a:t>
            </a:r>
            <a:r>
              <a:rPr dirty="0" sz="1350" spc="-270">
                <a:latin typeface="Calibri"/>
                <a:cs typeface="Calibri"/>
              </a:rPr>
              <a:t>ضرف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140">
                <a:latin typeface="Calibri"/>
                <a:cs typeface="Calibri"/>
              </a:rPr>
              <a:t>،لاثم </a:t>
            </a:r>
            <a:r>
              <a:rPr dirty="0" sz="1350" spc="-105">
                <a:latin typeface="Calibri"/>
                <a:cs typeface="Calibri"/>
              </a:rPr>
              <a:t>ناونع </a:t>
            </a:r>
            <a:r>
              <a:rPr dirty="0" sz="1350" spc="-525">
                <a:latin typeface="Calibri"/>
                <a:cs typeface="Calibri"/>
              </a:rPr>
              <a:t>هب </a:t>
            </a:r>
            <a:r>
              <a:rPr dirty="0" sz="1350" spc="-295">
                <a:latin typeface="Calibri"/>
                <a:cs typeface="Calibri"/>
              </a:rPr>
              <a:t> </a:t>
            </a:r>
            <a:r>
              <a:rPr dirty="0" sz="1350" spc="-175">
                <a:latin typeface="Calibri"/>
                <a:cs typeface="Calibri"/>
              </a:rPr>
              <a:t>دای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95">
                <a:latin typeface="Calibri"/>
                <a:cs typeface="Calibri"/>
              </a:rPr>
              <a:t>ار </a:t>
            </a:r>
            <a:r>
              <a:rPr dirty="0" sz="1350" spc="-200">
                <a:latin typeface="Calibri"/>
                <a:cs typeface="Calibri"/>
              </a:rPr>
              <a:t>اهوگلا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نیا</a:t>
            </a:r>
            <a:r>
              <a:rPr dirty="0" sz="1350" spc="-65">
                <a:latin typeface="Calibri"/>
                <a:cs typeface="Calibri"/>
              </a:rPr>
              <a:t> </a:t>
            </a:r>
            <a:r>
              <a:rPr dirty="0" sz="1350" spc="-220">
                <a:latin typeface="Calibri"/>
                <a:cs typeface="Calibri"/>
              </a:rPr>
              <a:t>دناوتمی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 spc="-135">
                <a:latin typeface="Calibri"/>
                <a:cs typeface="Calibri"/>
              </a:rPr>
              <a:t>دنمشوه</a:t>
            </a:r>
            <a:r>
              <a:rPr dirty="0" sz="1350" spc="35">
                <a:latin typeface="Calibri"/>
                <a:cs typeface="Calibri"/>
              </a:rPr>
              <a:t> </a:t>
            </a:r>
            <a:r>
              <a:rPr dirty="0" sz="1350" spc="-305">
                <a:latin typeface="Calibri"/>
                <a:cs typeface="Calibri"/>
              </a:rPr>
              <a:t>لفق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dirty="0" sz="1350" spc="-300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نیا</a:t>
            </a:r>
            <a:r>
              <a:rPr dirty="0" sz="1350" spc="55">
                <a:latin typeface="Calibri"/>
                <a:cs typeface="Calibri"/>
              </a:rPr>
              <a:t> </a:t>
            </a:r>
            <a:r>
              <a:rPr dirty="0" baseline="4115" sz="2025" spc="-179">
                <a:latin typeface="Calibri"/>
                <a:cs typeface="Calibri"/>
              </a:rPr>
              <a:t>.</a:t>
            </a:r>
            <a:r>
              <a:rPr dirty="0" sz="1350" spc="-120">
                <a:latin typeface="Calibri"/>
                <a:cs typeface="Calibri"/>
              </a:rPr>
              <a:t>دیراد</a:t>
            </a:r>
            <a:r>
              <a:rPr dirty="0" sz="1350" spc="65">
                <a:latin typeface="Calibri"/>
                <a:cs typeface="Calibri"/>
              </a:rPr>
              <a:t> </a:t>
            </a:r>
            <a:r>
              <a:rPr dirty="0" sz="1350" spc="10">
                <a:latin typeface="Calibri"/>
                <a:cs typeface="Calibri"/>
              </a:rPr>
              <a:t>صاخ </a:t>
            </a:r>
            <a:r>
              <a:rPr dirty="0" sz="1350" spc="-210">
                <a:latin typeface="Calibri"/>
                <a:cs typeface="Calibri"/>
              </a:rPr>
              <a:t>تکرح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210">
                <a:latin typeface="Calibri"/>
                <a:cs typeface="Calibri"/>
              </a:rPr>
              <a:t>یوگلا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کی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254">
                <a:latin typeface="Calibri"/>
                <a:cs typeface="Calibri"/>
              </a:rPr>
              <a:t>،دیربمی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305">
                <a:latin typeface="Calibri"/>
                <a:cs typeface="Calibri"/>
              </a:rPr>
              <a:t>لفق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dirty="0" sz="1350" spc="-300">
                <a:latin typeface="Calibri"/>
                <a:cs typeface="Calibri"/>
              </a:rPr>
              <a:t> </a:t>
            </a:r>
            <a:r>
              <a:rPr dirty="0" sz="1350" spc="-95">
                <a:latin typeface="Calibri"/>
                <a:cs typeface="Calibri"/>
              </a:rPr>
              <a:t>تمس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95">
                <a:latin typeface="Calibri"/>
                <a:cs typeface="Calibri"/>
              </a:rPr>
              <a:t>ار </a:t>
            </a:r>
            <a:r>
              <a:rPr dirty="0" sz="1350" spc="-10">
                <a:latin typeface="Calibri"/>
                <a:cs typeface="Calibri"/>
              </a:rPr>
              <a:t>دوخ </a:t>
            </a:r>
            <a:r>
              <a:rPr dirty="0" sz="1350" spc="-105">
                <a:latin typeface="Calibri"/>
                <a:cs typeface="Calibri"/>
              </a:rPr>
              <a:t>تسد </a:t>
            </a:r>
            <a:r>
              <a:rPr dirty="0" sz="1350" spc="-100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95">
                <a:latin typeface="Calibri"/>
                <a:cs typeface="Calibri"/>
              </a:rPr>
              <a:t>ار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290">
                <a:latin typeface="Calibri"/>
                <a:cs typeface="Calibri"/>
              </a:rPr>
              <a:t>ف</a:t>
            </a:r>
            <a:r>
              <a:rPr dirty="0" baseline="26748" sz="2025" spc="-434">
                <a:latin typeface="Calibri"/>
                <a:cs typeface="Calibri"/>
              </a:rPr>
              <a:t>ی</a:t>
            </a:r>
            <a:r>
              <a:rPr dirty="0" baseline="26748" sz="2025" spc="15">
                <a:latin typeface="Calibri"/>
                <a:cs typeface="Calibri"/>
              </a:rPr>
              <a:t> </a:t>
            </a:r>
            <a:r>
              <a:rPr dirty="0" sz="1350" spc="-110">
                <a:latin typeface="Calibri"/>
                <a:cs typeface="Calibri"/>
              </a:rPr>
              <a:t>اضا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390">
                <a:latin typeface="Calibri"/>
                <a:cs typeface="Calibri"/>
              </a:rPr>
              <a:t>ت</a:t>
            </a:r>
            <a:r>
              <a:rPr dirty="0" baseline="16460" sz="2025" spc="-585">
                <a:latin typeface="Calibri"/>
                <a:cs typeface="Calibri"/>
              </a:rPr>
              <a:t>:</a:t>
            </a:r>
            <a:r>
              <a:rPr dirty="0" baseline="16460" sz="2025" spc="52">
                <a:latin typeface="Calibri"/>
                <a:cs typeface="Calibri"/>
              </a:rPr>
              <a:t> </a:t>
            </a:r>
            <a:r>
              <a:rPr dirty="0" sz="1350" spc="-235">
                <a:latin typeface="Calibri"/>
                <a:cs typeface="Calibri"/>
              </a:rPr>
              <a:t>ینما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هیلا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کی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220">
                <a:latin typeface="Calibri"/>
                <a:cs typeface="Calibri"/>
              </a:rPr>
              <a:t>دناوتمی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یژولونکت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190">
                <a:latin typeface="Calibri"/>
                <a:cs typeface="Calibri"/>
              </a:rPr>
              <a:t>نیا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baseline="4115" sz="2025" spc="-315">
                <a:latin typeface="Calibri"/>
                <a:cs typeface="Calibri"/>
              </a:rPr>
              <a:t>.</a:t>
            </a:r>
            <a:r>
              <a:rPr dirty="0" sz="1350" spc="-210">
                <a:latin typeface="Calibri"/>
                <a:cs typeface="Calibri"/>
              </a:rPr>
              <a:t>دنکزاب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95">
                <a:latin typeface="Calibri"/>
                <a:cs typeface="Calibri"/>
              </a:rPr>
              <a:t>ار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305">
                <a:latin typeface="Calibri"/>
                <a:cs typeface="Calibri"/>
              </a:rPr>
              <a:t>لفق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dirty="0" sz="1350" spc="-165">
                <a:latin typeface="Calibri"/>
                <a:cs typeface="Calibri"/>
              </a:rPr>
              <a:t>،هدش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500">
                <a:latin typeface="Calibri"/>
                <a:cs typeface="Calibri"/>
              </a:rPr>
              <a:t>هت</a:t>
            </a:r>
            <a:r>
              <a:rPr dirty="0" baseline="-4115" sz="2025" spc="-16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خذ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210">
                <a:latin typeface="Calibri"/>
                <a:cs typeface="Calibri"/>
              </a:rPr>
              <a:t>یوگلا</a:t>
            </a:r>
            <a:r>
              <a:rPr dirty="0" sz="1350" spc="-55">
                <a:latin typeface="Calibri"/>
                <a:cs typeface="Calibri"/>
              </a:rPr>
              <a:t> </a:t>
            </a:r>
            <a:r>
              <a:rPr dirty="0" sz="1350" spc="-350">
                <a:latin typeface="Calibri"/>
                <a:cs typeface="Calibri"/>
              </a:rPr>
              <a:t>اب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330">
                <a:latin typeface="Calibri"/>
                <a:cs typeface="Calibri"/>
              </a:rPr>
              <a:t>قباطت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50">
                <a:latin typeface="Calibri"/>
                <a:cs typeface="Calibri"/>
              </a:rPr>
              <a:t>تروص</a:t>
            </a:r>
            <a:r>
              <a:rPr dirty="0" sz="1350" spc="-8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رد</a:t>
            </a:r>
            <a:r>
              <a:rPr dirty="0" sz="1350" spc="-90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و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دت</a:t>
            </a:r>
            <a:r>
              <a:rPr dirty="0" baseline="-4115" sz="2025" spc="-165">
                <a:latin typeface="Calibri"/>
                <a:cs typeface="Calibri"/>
              </a:rPr>
              <a:t> </a:t>
            </a:r>
            <a:r>
              <a:rPr dirty="0" sz="1350" spc="-1019">
                <a:latin typeface="Calibri"/>
                <a:cs typeface="Calibri"/>
              </a:rPr>
              <a:t>گب</a:t>
            </a:r>
            <a:endParaRPr sz="135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35"/>
              </a:spcBef>
            </a:pPr>
            <a:r>
              <a:rPr dirty="0" sz="1350" spc="110">
                <a:latin typeface="Calibri"/>
                <a:cs typeface="Calibri"/>
              </a:rPr>
              <a:t>د</a:t>
            </a:r>
            <a:r>
              <a:rPr dirty="0" sz="1350" spc="-355">
                <a:latin typeface="Calibri"/>
                <a:cs typeface="Calibri"/>
              </a:rPr>
              <a:t>ن</a:t>
            </a:r>
            <a:r>
              <a:rPr dirty="0" sz="1350" spc="-575">
                <a:latin typeface="Calibri"/>
                <a:cs typeface="Calibri"/>
              </a:rPr>
              <a:t>ک</a:t>
            </a:r>
            <a:r>
              <a:rPr dirty="0" sz="1350" spc="-12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ه</a:t>
            </a:r>
            <a:r>
              <a:rPr dirty="0" sz="1350" spc="-250">
                <a:latin typeface="Calibri"/>
                <a:cs typeface="Calibri"/>
              </a:rPr>
              <a:t>فا</a:t>
            </a:r>
            <a:r>
              <a:rPr dirty="0" sz="1350" spc="-484">
                <a:latin typeface="Calibri"/>
                <a:cs typeface="Calibri"/>
              </a:rPr>
              <a:t>ض</a:t>
            </a:r>
            <a:r>
              <a:rPr dirty="0" sz="1350" spc="-5">
                <a:latin typeface="Calibri"/>
                <a:cs typeface="Calibri"/>
              </a:rPr>
              <a:t>ا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110">
                <a:latin typeface="Calibri"/>
                <a:cs typeface="Calibri"/>
              </a:rPr>
              <a:t>د</a:t>
            </a:r>
            <a:r>
              <a:rPr dirty="0" sz="1350" spc="-355">
                <a:latin typeface="Calibri"/>
                <a:cs typeface="Calibri"/>
              </a:rPr>
              <a:t>ن</a:t>
            </a:r>
            <a:r>
              <a:rPr dirty="0" sz="1350" spc="-120">
                <a:latin typeface="Calibri"/>
                <a:cs typeface="Calibri"/>
              </a:rPr>
              <a:t>م</a:t>
            </a:r>
            <a:r>
              <a:rPr dirty="0" sz="1350" spc="-315">
                <a:latin typeface="Calibri"/>
                <a:cs typeface="Calibri"/>
              </a:rPr>
              <a:t>ش</a:t>
            </a:r>
            <a:r>
              <a:rPr dirty="0" sz="1350" spc="55">
                <a:latin typeface="Calibri"/>
                <a:cs typeface="Calibri"/>
              </a:rPr>
              <a:t>و</a:t>
            </a:r>
            <a:r>
              <a:rPr dirty="0" sz="1350" spc="-190">
                <a:latin typeface="Calibri"/>
                <a:cs typeface="Calibri"/>
              </a:rPr>
              <a:t>ه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45">
                <a:latin typeface="Calibri"/>
                <a:cs typeface="Calibri"/>
              </a:rPr>
              <a:t>ل</a:t>
            </a:r>
            <a:r>
              <a:rPr dirty="0" sz="1350" spc="-595">
                <a:latin typeface="Calibri"/>
                <a:cs typeface="Calibri"/>
              </a:rPr>
              <a:t>ف</a:t>
            </a:r>
            <a:r>
              <a:rPr dirty="0" sz="1350" spc="-345">
                <a:latin typeface="Calibri"/>
                <a:cs typeface="Calibri"/>
              </a:rPr>
              <a:t>ق</a:t>
            </a:r>
            <a:r>
              <a:rPr dirty="0" sz="1350" spc="-5"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Calibri"/>
              <a:cs typeface="Calibri"/>
            </a:endParaRPr>
          </a:p>
          <a:p>
            <a:pPr algn="just" marL="346710" marR="82550" indent="-106680">
              <a:lnSpc>
                <a:spcPct val="102200"/>
              </a:lnSpc>
            </a:pPr>
            <a:r>
              <a:rPr dirty="0" baseline="4115" sz="2025" spc="-300">
                <a:latin typeface="Calibri"/>
                <a:cs typeface="Calibri"/>
              </a:rPr>
              <a:t>.</a:t>
            </a:r>
            <a:r>
              <a:rPr dirty="0" sz="1350" spc="-200">
                <a:latin typeface="Calibri"/>
                <a:cs typeface="Calibri"/>
              </a:rPr>
              <a:t>دشاب</a:t>
            </a:r>
            <a:r>
              <a:rPr dirty="0" sz="1350" spc="-195">
                <a:latin typeface="Calibri"/>
                <a:cs typeface="Calibri"/>
              </a:rPr>
              <a:t> </a:t>
            </a:r>
            <a:r>
              <a:rPr dirty="0" sz="1350" spc="-260">
                <a:latin typeface="Calibri"/>
                <a:cs typeface="Calibri"/>
              </a:rPr>
              <a:t>دیفم</a:t>
            </a:r>
            <a:r>
              <a:rPr dirty="0" sz="1350" spc="-254">
                <a:latin typeface="Calibri"/>
                <a:cs typeface="Calibri"/>
              </a:rPr>
              <a:t> </a:t>
            </a:r>
            <a:r>
              <a:rPr dirty="0" sz="1350" spc="-390">
                <a:latin typeface="Calibri"/>
                <a:cs typeface="Calibri"/>
              </a:rPr>
              <a:t>،اهتکسر</a:t>
            </a:r>
            <a:r>
              <a:rPr dirty="0" baseline="18518" sz="2025" spc="-585">
                <a:latin typeface="Calibri"/>
                <a:cs typeface="Calibri"/>
              </a:rPr>
              <a:t>ی</a:t>
            </a:r>
            <a:r>
              <a:rPr dirty="0" baseline="18518" sz="2025" spc="419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و </a:t>
            </a:r>
            <a:r>
              <a:rPr dirty="0" sz="1350" spc="-85">
                <a:latin typeface="Calibri"/>
                <a:cs typeface="Calibri"/>
              </a:rPr>
              <a:t>اهنامزاس </a:t>
            </a:r>
            <a:r>
              <a:rPr dirty="0" sz="1350" spc="-130">
                <a:latin typeface="Calibri"/>
                <a:cs typeface="Calibri"/>
              </a:rPr>
              <a:t>دننام </a:t>
            </a:r>
            <a:r>
              <a:rPr dirty="0" sz="1350" spc="-90">
                <a:latin typeface="Calibri"/>
                <a:cs typeface="Calibri"/>
              </a:rPr>
              <a:t>،دنراد </a:t>
            </a:r>
            <a:r>
              <a:rPr dirty="0" sz="1350" spc="-245">
                <a:latin typeface="Calibri"/>
                <a:cs typeface="Calibri"/>
              </a:rPr>
              <a:t>لااب</a:t>
            </a:r>
            <a:r>
              <a:rPr dirty="0" sz="1350" spc="-240">
                <a:latin typeface="Calibri"/>
                <a:cs typeface="Calibri"/>
              </a:rPr>
              <a:t> </a:t>
            </a:r>
            <a:r>
              <a:rPr dirty="0" sz="1350" spc="-170">
                <a:latin typeface="Calibri"/>
                <a:cs typeface="Calibri"/>
              </a:rPr>
              <a:t>تینما</a:t>
            </a:r>
            <a:r>
              <a:rPr dirty="0" sz="1350" spc="-165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60">
                <a:latin typeface="Calibri"/>
                <a:cs typeface="Calibri"/>
              </a:rPr>
              <a:t> </a:t>
            </a:r>
            <a:r>
              <a:rPr dirty="0" sz="1350" spc="-225">
                <a:latin typeface="Calibri"/>
                <a:cs typeface="Calibri"/>
              </a:rPr>
              <a:t>زاین</a:t>
            </a:r>
            <a:r>
              <a:rPr dirty="0" sz="1350" spc="-220">
                <a:latin typeface="Calibri"/>
                <a:cs typeface="Calibri"/>
              </a:rPr>
              <a:t> </a:t>
            </a:r>
            <a:r>
              <a:rPr dirty="0" sz="1350" spc="-434">
                <a:latin typeface="Calibri"/>
                <a:cs typeface="Calibri"/>
              </a:rPr>
              <a:t>هک</a:t>
            </a:r>
            <a:r>
              <a:rPr dirty="0" sz="1350" spc="-114">
                <a:latin typeface="Calibri"/>
                <a:cs typeface="Calibri"/>
              </a:rPr>
              <a:t> </a:t>
            </a:r>
            <a:r>
              <a:rPr dirty="0" sz="1350" spc="-340">
                <a:latin typeface="Calibri"/>
                <a:cs typeface="Calibri"/>
              </a:rPr>
              <a:t>ب</a:t>
            </a:r>
            <a:r>
              <a:rPr dirty="0" baseline="-14403" sz="2025" spc="225">
                <a:latin typeface="Calibri"/>
                <a:cs typeface="Calibri"/>
              </a:rPr>
              <a:t> </a:t>
            </a:r>
            <a:r>
              <a:rPr dirty="0" sz="1350" spc="-110">
                <a:latin typeface="Calibri"/>
                <a:cs typeface="Calibri"/>
              </a:rPr>
              <a:t>اهطیحم </a:t>
            </a:r>
            <a:r>
              <a:rPr dirty="0" sz="1350" spc="-10">
                <a:latin typeface="Calibri"/>
                <a:cs typeface="Calibri"/>
              </a:rPr>
              <a:t>رد </a:t>
            </a:r>
            <a:r>
              <a:rPr dirty="0" sz="1350" spc="-300">
                <a:latin typeface="Calibri"/>
                <a:cs typeface="Calibri"/>
              </a:rPr>
              <a:t>هژیو</a:t>
            </a:r>
            <a:r>
              <a:rPr dirty="0" sz="1350" spc="-295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 spc="-220">
                <a:latin typeface="Calibri"/>
                <a:cs typeface="Calibri"/>
              </a:rPr>
              <a:t>دناوتمی</a:t>
            </a:r>
            <a:r>
              <a:rPr dirty="0" sz="1350" spc="-215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یژولونکت</a:t>
            </a:r>
            <a:r>
              <a:rPr dirty="0" sz="1350" spc="-290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نیا </a:t>
            </a:r>
            <a:r>
              <a:rPr dirty="0" sz="1350" spc="-180">
                <a:latin typeface="Calibri"/>
                <a:cs typeface="Calibri"/>
              </a:rPr>
              <a:t> </a:t>
            </a:r>
            <a:r>
              <a:rPr dirty="0" sz="1350" spc="-204">
                <a:latin typeface="Calibri"/>
                <a:cs typeface="Calibri"/>
              </a:rPr>
              <a:t>شهاک</a:t>
            </a:r>
            <a:r>
              <a:rPr dirty="0" sz="1350" spc="-114">
                <a:latin typeface="Calibri"/>
                <a:cs typeface="Calibri"/>
              </a:rPr>
              <a:t> </a:t>
            </a:r>
            <a:r>
              <a:rPr dirty="0" sz="1350" spc="-360">
                <a:latin typeface="Calibri"/>
                <a:cs typeface="Calibri"/>
              </a:rPr>
              <a:t>متسیس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65">
                <a:latin typeface="Calibri"/>
                <a:cs typeface="Calibri"/>
              </a:rPr>
              <a:t>دارفا</a:t>
            </a:r>
            <a:r>
              <a:rPr dirty="0" sz="1350" spc="-80">
                <a:latin typeface="Calibri"/>
                <a:cs typeface="Calibri"/>
              </a:rPr>
              <a:t> </a:t>
            </a:r>
            <a:r>
              <a:rPr dirty="0" sz="1350" spc="-210">
                <a:latin typeface="Calibri"/>
                <a:cs typeface="Calibri"/>
              </a:rPr>
              <a:t>ریاس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455">
                <a:latin typeface="Calibri"/>
                <a:cs typeface="Calibri"/>
              </a:rPr>
              <a:t>سیت</a:t>
            </a:r>
            <a:r>
              <a:rPr dirty="0" baseline="24691" sz="2025" spc="-682">
                <a:latin typeface="Calibri"/>
                <a:cs typeface="Calibri"/>
              </a:rPr>
              <a:t>:</a:t>
            </a:r>
            <a:r>
              <a:rPr dirty="0" baseline="24691" sz="2025" spc="-127">
                <a:latin typeface="Calibri"/>
                <a:cs typeface="Calibri"/>
              </a:rPr>
              <a:t> </a:t>
            </a:r>
            <a:r>
              <a:rPr dirty="0" sz="1350" spc="-190">
                <a:latin typeface="Calibri"/>
                <a:cs typeface="Calibri"/>
              </a:rPr>
              <a:t>سد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110">
                <a:latin typeface="Calibri"/>
                <a:cs typeface="Calibri"/>
              </a:rPr>
              <a:t>لامتحا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75">
                <a:latin typeface="Calibri"/>
                <a:cs typeface="Calibri"/>
              </a:rPr>
              <a:t>،تسا</a:t>
            </a:r>
            <a:r>
              <a:rPr dirty="0" sz="1350" spc="-80">
                <a:latin typeface="Calibri"/>
                <a:cs typeface="Calibri"/>
              </a:rPr>
              <a:t> </a:t>
            </a:r>
            <a:r>
              <a:rPr dirty="0" sz="1350" spc="-315">
                <a:latin typeface="Calibri"/>
                <a:cs typeface="Calibri"/>
              </a:rPr>
              <a:t>ربراک</a:t>
            </a:r>
            <a:r>
              <a:rPr dirty="0" sz="1350" spc="-210">
                <a:latin typeface="Calibri"/>
                <a:cs typeface="Calibri"/>
              </a:rPr>
              <a:t> </a:t>
            </a:r>
            <a:r>
              <a:rPr dirty="0" sz="1350" spc="-305">
                <a:latin typeface="Calibri"/>
                <a:cs typeface="Calibri"/>
              </a:rPr>
              <a:t>راتفر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dirty="0" sz="1350" spc="-395">
                <a:latin typeface="Calibri"/>
                <a:cs typeface="Calibri"/>
              </a:rPr>
              <a:t>هیاپ</a:t>
            </a:r>
            <a:r>
              <a:rPr dirty="0" sz="1350" spc="-85">
                <a:latin typeface="Calibri"/>
                <a:cs typeface="Calibri"/>
              </a:rPr>
              <a:t> </a:t>
            </a:r>
            <a:r>
              <a:rPr dirty="0" sz="1350" spc="-350">
                <a:latin typeface="Calibri"/>
                <a:cs typeface="Calibri"/>
              </a:rPr>
              <a:t>رب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یژولونکت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نیا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sz="1350" spc="-365">
                <a:latin typeface="Calibri"/>
                <a:cs typeface="Calibri"/>
              </a:rPr>
              <a:t>هکنیا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270">
                <a:latin typeface="Calibri"/>
                <a:cs typeface="Calibri"/>
              </a:rPr>
              <a:t>هجوت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350">
                <a:latin typeface="Calibri"/>
                <a:cs typeface="Calibri"/>
              </a:rPr>
              <a:t>اب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90">
                <a:latin typeface="Calibri"/>
                <a:cs typeface="Calibri"/>
              </a:rPr>
              <a:t>،ی</a:t>
            </a:r>
            <a:r>
              <a:rPr dirty="0" baseline="16460" sz="2025" spc="-284">
                <a:latin typeface="Calibri"/>
                <a:cs typeface="Calibri"/>
              </a:rPr>
              <a:t>ی</a:t>
            </a:r>
            <a:r>
              <a:rPr dirty="0" baseline="-4115" sz="2025" spc="637">
                <a:latin typeface="Calibri"/>
                <a:cs typeface="Calibri"/>
              </a:rPr>
              <a:t> </a:t>
            </a:r>
            <a:r>
              <a:rPr dirty="0" sz="1350" spc="-265">
                <a:latin typeface="Calibri"/>
                <a:cs typeface="Calibri"/>
              </a:rPr>
              <a:t>نچمه</a:t>
            </a:r>
            <a:endParaRPr sz="135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40"/>
              </a:spcBef>
            </a:pPr>
            <a:r>
              <a:rPr dirty="0" sz="1350" spc="-145">
                <a:latin typeface="Calibri"/>
                <a:cs typeface="Calibri"/>
              </a:rPr>
              <a:t>ت</a:t>
            </a:r>
            <a:r>
              <a:rPr dirty="0" sz="1350" spc="-165">
                <a:latin typeface="Calibri"/>
                <a:cs typeface="Calibri"/>
              </a:rPr>
              <a:t>س</a:t>
            </a:r>
            <a:r>
              <a:rPr dirty="0" sz="1350" spc="-5">
                <a:latin typeface="Calibri"/>
                <a:cs typeface="Calibri"/>
              </a:rPr>
              <a:t>ا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220">
                <a:latin typeface="Calibri"/>
                <a:cs typeface="Calibri"/>
              </a:rPr>
              <a:t>د</a:t>
            </a:r>
            <a:r>
              <a:rPr dirty="0" sz="1350" spc="55">
                <a:latin typeface="Calibri"/>
                <a:cs typeface="Calibri"/>
              </a:rPr>
              <a:t>ر</a:t>
            </a:r>
            <a:r>
              <a:rPr dirty="0" sz="1350" spc="-665">
                <a:latin typeface="Calibri"/>
                <a:cs typeface="Calibri"/>
              </a:rPr>
              <a:t>ف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ه</a:t>
            </a:r>
            <a:r>
              <a:rPr dirty="0" sz="1350" spc="-755">
                <a:latin typeface="Calibri"/>
                <a:cs typeface="Calibri"/>
              </a:rPr>
              <a:t>ب</a:t>
            </a:r>
            <a:r>
              <a:rPr dirty="0" sz="1350" spc="-85">
                <a:latin typeface="Calibri"/>
                <a:cs typeface="Calibri"/>
              </a:rPr>
              <a:t> </a:t>
            </a:r>
            <a:r>
              <a:rPr dirty="0" sz="1350" spc="-280">
                <a:latin typeface="Calibri"/>
                <a:cs typeface="Calibri"/>
              </a:rPr>
              <a:t>ص</a:t>
            </a:r>
            <a:r>
              <a:rPr dirty="0" sz="1350" spc="-105">
                <a:latin typeface="Calibri"/>
                <a:cs typeface="Calibri"/>
              </a:rPr>
              <a:t>ر</a:t>
            </a:r>
            <a:r>
              <a:rPr dirty="0" sz="1350" spc="50">
                <a:latin typeface="Calibri"/>
                <a:cs typeface="Calibri"/>
              </a:rPr>
              <a:t>ح</a:t>
            </a:r>
            <a:r>
              <a:rPr dirty="0" sz="1350" spc="-355">
                <a:latin typeface="Calibri"/>
                <a:cs typeface="Calibri"/>
              </a:rPr>
              <a:t>ن</a:t>
            </a:r>
            <a:r>
              <a:rPr dirty="0" sz="1350" spc="-45">
                <a:latin typeface="Calibri"/>
                <a:cs typeface="Calibri"/>
              </a:rPr>
              <a:t>م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200">
                <a:latin typeface="Calibri"/>
                <a:cs typeface="Calibri"/>
              </a:rPr>
              <a:t>د</a:t>
            </a:r>
            <a:r>
              <a:rPr dirty="0" sz="1350" spc="55">
                <a:latin typeface="Calibri"/>
                <a:cs typeface="Calibri"/>
              </a:rPr>
              <a:t>ر</a:t>
            </a:r>
            <a:r>
              <a:rPr dirty="0" sz="1350" spc="-665">
                <a:latin typeface="Calibri"/>
                <a:cs typeface="Calibri"/>
              </a:rPr>
              <a:t>ف</a:t>
            </a:r>
            <a:r>
              <a:rPr dirty="0" sz="1350" spc="-90">
                <a:latin typeface="Calibri"/>
                <a:cs typeface="Calibri"/>
              </a:rPr>
              <a:t> </a:t>
            </a:r>
            <a:r>
              <a:rPr dirty="0" sz="1350" spc="55">
                <a:latin typeface="Calibri"/>
                <a:cs typeface="Calibri"/>
              </a:rPr>
              <a:t>ر</a:t>
            </a:r>
            <a:r>
              <a:rPr dirty="0" sz="1350" spc="-190">
                <a:latin typeface="Calibri"/>
                <a:cs typeface="Calibri"/>
              </a:rPr>
              <a:t>ه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ی</a:t>
            </a:r>
            <a:r>
              <a:rPr dirty="0" sz="1350" spc="-15">
                <a:latin typeface="Calibri"/>
                <a:cs typeface="Calibri"/>
              </a:rPr>
              <a:t>ر</a:t>
            </a:r>
            <a:r>
              <a:rPr dirty="0" sz="1350" spc="-130">
                <a:latin typeface="Calibri"/>
                <a:cs typeface="Calibri"/>
              </a:rPr>
              <a:t>ا</a:t>
            </a:r>
            <a:r>
              <a:rPr dirty="0" sz="1350" spc="-525">
                <a:latin typeface="Calibri"/>
                <a:cs typeface="Calibri"/>
              </a:rPr>
              <a:t>ت</a:t>
            </a:r>
            <a:r>
              <a:rPr dirty="0" sz="1350" spc="-860">
                <a:latin typeface="Calibri"/>
                <a:cs typeface="Calibri"/>
              </a:rPr>
              <a:t>ف</a:t>
            </a:r>
            <a:r>
              <a:rPr dirty="0" sz="1350" spc="-5">
                <a:latin typeface="Calibri"/>
                <a:cs typeface="Calibri"/>
              </a:rPr>
              <a:t>ر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90">
                <a:latin typeface="Calibri"/>
                <a:cs typeface="Calibri"/>
              </a:rPr>
              <a:t>ی</a:t>
            </a:r>
            <a:r>
              <a:rPr dirty="0" sz="1350" spc="55">
                <a:latin typeface="Calibri"/>
                <a:cs typeface="Calibri"/>
              </a:rPr>
              <a:t>و</a:t>
            </a:r>
            <a:r>
              <a:rPr dirty="0" sz="1350" spc="-630">
                <a:latin typeface="Calibri"/>
                <a:cs typeface="Calibri"/>
              </a:rPr>
              <a:t>گ</a:t>
            </a:r>
            <a:r>
              <a:rPr dirty="0" sz="1350" spc="-380">
                <a:latin typeface="Calibri"/>
                <a:cs typeface="Calibri"/>
              </a:rPr>
              <a:t>ل</a:t>
            </a:r>
            <a:r>
              <a:rPr dirty="0" sz="1350" spc="-5">
                <a:latin typeface="Calibri"/>
                <a:cs typeface="Calibri"/>
              </a:rPr>
              <a:t>ا</a:t>
            </a:r>
            <a:r>
              <a:rPr dirty="0" sz="1350" spc="-60">
                <a:latin typeface="Calibri"/>
                <a:cs typeface="Calibri"/>
              </a:rPr>
              <a:t> </a:t>
            </a:r>
            <a:r>
              <a:rPr dirty="0" sz="1350" spc="-190">
                <a:latin typeface="Calibri"/>
                <a:cs typeface="Calibri"/>
              </a:rPr>
              <a:t>ا</a:t>
            </a:r>
            <a:r>
              <a:rPr dirty="0" sz="1350" spc="55">
                <a:latin typeface="Calibri"/>
                <a:cs typeface="Calibri"/>
              </a:rPr>
              <a:t>ر</a:t>
            </a:r>
            <a:r>
              <a:rPr dirty="0" sz="1350" spc="-765">
                <a:latin typeface="Calibri"/>
                <a:cs typeface="Calibri"/>
              </a:rPr>
              <a:t>ی</a:t>
            </a:r>
            <a:r>
              <a:rPr dirty="0" sz="1350" spc="-5">
                <a:latin typeface="Calibri"/>
                <a:cs typeface="Calibri"/>
              </a:rPr>
              <a:t>ز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50">
                <a:latin typeface="Calibri"/>
                <a:cs typeface="Calibri"/>
              </a:rPr>
              <a:t>،</a:t>
            </a:r>
            <a:r>
              <a:rPr dirty="0" sz="1350" spc="110">
                <a:latin typeface="Calibri"/>
                <a:cs typeface="Calibri"/>
              </a:rPr>
              <a:t>د</a:t>
            </a:r>
            <a:r>
              <a:rPr dirty="0" sz="1350" spc="-750">
                <a:latin typeface="Calibri"/>
                <a:cs typeface="Calibri"/>
              </a:rPr>
              <a:t>ب</a:t>
            </a:r>
            <a:r>
              <a:rPr dirty="0" sz="1350" spc="-120">
                <a:latin typeface="Calibri"/>
                <a:cs typeface="Calibri"/>
              </a:rPr>
              <a:t>ا</a:t>
            </a:r>
            <a:r>
              <a:rPr dirty="0" sz="1350" spc="-375">
                <a:latin typeface="Calibri"/>
                <a:cs typeface="Calibri"/>
              </a:rPr>
              <a:t>ی</a:t>
            </a:r>
            <a:r>
              <a:rPr dirty="0" sz="1350" spc="-180">
                <a:latin typeface="Calibri"/>
                <a:cs typeface="Calibri"/>
              </a:rPr>
              <a:t>م</a:t>
            </a:r>
            <a:r>
              <a:rPr dirty="0" sz="1350" spc="-270">
                <a:latin typeface="Calibri"/>
                <a:cs typeface="Calibri"/>
              </a:rPr>
              <a:t>ی</a:t>
            </a:r>
            <a:r>
              <a:rPr dirty="0" sz="1350" spc="-5"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50">
              <a:latin typeface="Calibri"/>
              <a:cs typeface="Calibri"/>
            </a:endParaRPr>
          </a:p>
          <a:p>
            <a:pPr algn="r" marR="83820">
              <a:lnSpc>
                <a:spcPct val="100000"/>
              </a:lnSpc>
            </a:pPr>
            <a:r>
              <a:rPr dirty="0" sz="1350" spc="-5">
                <a:latin typeface="Calibri"/>
                <a:cs typeface="Calibri"/>
              </a:rPr>
              <a:t>و </a:t>
            </a:r>
            <a:r>
              <a:rPr dirty="0" sz="1350" spc="-290">
                <a:latin typeface="Calibri"/>
                <a:cs typeface="Calibri"/>
              </a:rPr>
              <a:t>یت</a:t>
            </a:r>
            <a:r>
              <a:rPr dirty="0" baseline="-4115" sz="2025" spc="-157">
                <a:latin typeface="Calibri"/>
                <a:cs typeface="Calibri"/>
              </a:rPr>
              <a:t> </a:t>
            </a:r>
            <a:r>
              <a:rPr dirty="0" sz="1350" spc="-305">
                <a:latin typeface="Calibri"/>
                <a:cs typeface="Calibri"/>
              </a:rPr>
              <a:t>گدای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dirty="0" sz="1350" spc="-229">
                <a:latin typeface="Calibri"/>
                <a:cs typeface="Calibri"/>
              </a:rPr>
              <a:t>یارب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45">
                <a:latin typeface="Calibri"/>
                <a:cs typeface="Calibri"/>
              </a:rPr>
              <a:t>یدایز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245">
                <a:latin typeface="Calibri"/>
                <a:cs typeface="Calibri"/>
              </a:rPr>
              <a:t>عبانم</a:t>
            </a:r>
            <a:r>
              <a:rPr dirty="0" sz="1350" spc="-100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و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50">
                <a:latin typeface="Calibri"/>
                <a:cs typeface="Calibri"/>
              </a:rPr>
              <a:t>نامز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80">
                <a:latin typeface="Calibri"/>
                <a:cs typeface="Calibri"/>
              </a:rPr>
              <a:t> </a:t>
            </a:r>
            <a:r>
              <a:rPr dirty="0" sz="1350" spc="-225">
                <a:latin typeface="Calibri"/>
                <a:cs typeface="Calibri"/>
              </a:rPr>
              <a:t>زاین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05">
                <a:latin typeface="Calibri"/>
                <a:cs typeface="Calibri"/>
              </a:rPr>
              <a:t>تسا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145">
                <a:latin typeface="Calibri"/>
                <a:cs typeface="Calibri"/>
              </a:rPr>
              <a:t>نکمم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یژولونکت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نیا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434">
                <a:latin typeface="Calibri"/>
                <a:cs typeface="Calibri"/>
              </a:rPr>
              <a:t>هک</a:t>
            </a:r>
            <a:r>
              <a:rPr dirty="0" sz="1350" spc="-114">
                <a:latin typeface="Calibri"/>
                <a:cs typeface="Calibri"/>
              </a:rPr>
              <a:t> </a:t>
            </a:r>
            <a:r>
              <a:rPr dirty="0" sz="1350" spc="-75">
                <a:latin typeface="Calibri"/>
                <a:cs typeface="Calibri"/>
              </a:rPr>
              <a:t>تشاد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270">
                <a:latin typeface="Calibri"/>
                <a:cs typeface="Calibri"/>
              </a:rPr>
              <a:t>هجوت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290">
                <a:latin typeface="Calibri"/>
                <a:cs typeface="Calibri"/>
              </a:rPr>
              <a:t>دیاب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290">
                <a:latin typeface="Calibri"/>
                <a:cs typeface="Calibri"/>
              </a:rPr>
              <a:t>ی</a:t>
            </a:r>
            <a:r>
              <a:rPr dirty="0" baseline="16460" sz="2025" spc="-434">
                <a:latin typeface="Calibri"/>
                <a:cs typeface="Calibri"/>
              </a:rPr>
              <a:t>ی</a:t>
            </a:r>
            <a:r>
              <a:rPr dirty="0" baseline="-4115" sz="2025" spc="637">
                <a:latin typeface="Calibri"/>
                <a:cs typeface="Calibri"/>
              </a:rPr>
              <a:t> </a:t>
            </a:r>
            <a:r>
              <a:rPr dirty="0" sz="1350" spc="-120">
                <a:latin typeface="Calibri"/>
                <a:cs typeface="Calibri"/>
              </a:rPr>
              <a:t>نچمه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10">
                <a:latin typeface="Calibri"/>
                <a:cs typeface="Calibri"/>
              </a:rPr>
              <a:t>،لاح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نیا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350">
                <a:latin typeface="Calibri"/>
                <a:cs typeface="Calibri"/>
              </a:rPr>
              <a:t>اب</a:t>
            </a:r>
            <a:endParaRPr sz="1350">
              <a:latin typeface="Calibri"/>
              <a:cs typeface="Calibri"/>
            </a:endParaRPr>
          </a:p>
          <a:p>
            <a:pPr algn="r" marL="434975" marR="82550" indent="-372110">
              <a:lnSpc>
                <a:spcPct val="102200"/>
              </a:lnSpc>
            </a:pPr>
            <a:r>
              <a:rPr dirty="0" sz="1350" spc="-225">
                <a:latin typeface="Calibri"/>
                <a:cs typeface="Calibri"/>
              </a:rPr>
              <a:t>،دنشاب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دوخ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204">
                <a:latin typeface="Calibri"/>
                <a:cs typeface="Calibri"/>
              </a:rPr>
              <a:t>صیوصخ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145">
                <a:latin typeface="Calibri"/>
                <a:cs typeface="Calibri"/>
              </a:rPr>
              <a:t>میرح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235">
                <a:latin typeface="Calibri"/>
                <a:cs typeface="Calibri"/>
              </a:rPr>
              <a:t>نارگن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254">
                <a:latin typeface="Calibri"/>
                <a:cs typeface="Calibri"/>
              </a:rPr>
              <a:t>ناربراک  </a:t>
            </a:r>
            <a:r>
              <a:rPr dirty="0" sz="1350" spc="-10">
                <a:latin typeface="Calibri"/>
                <a:cs typeface="Calibri"/>
              </a:rPr>
              <a:t>زا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45">
                <a:latin typeface="Calibri"/>
                <a:cs typeface="Calibri"/>
              </a:rPr>
              <a:t>خ</a:t>
            </a:r>
            <a:r>
              <a:rPr dirty="0" baseline="20576" sz="2025" spc="67">
                <a:latin typeface="Calibri"/>
                <a:cs typeface="Calibri"/>
              </a:rPr>
              <a:t>ی</a:t>
            </a:r>
            <a:r>
              <a:rPr dirty="0" baseline="20576" sz="2025" spc="-127">
                <a:latin typeface="Calibri"/>
                <a:cs typeface="Calibri"/>
              </a:rPr>
              <a:t> </a:t>
            </a:r>
            <a:r>
              <a:rPr dirty="0" sz="1350" spc="-350">
                <a:latin typeface="Calibri"/>
                <a:cs typeface="Calibri"/>
              </a:rPr>
              <a:t>رب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105">
                <a:latin typeface="Calibri"/>
                <a:cs typeface="Calibri"/>
              </a:rPr>
              <a:t>تسا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sz="1350" spc="-140">
                <a:latin typeface="Calibri"/>
                <a:cs typeface="Calibri"/>
              </a:rPr>
              <a:t>نکمم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190">
                <a:latin typeface="Calibri"/>
                <a:cs typeface="Calibri"/>
              </a:rPr>
              <a:t>،ی</a:t>
            </a:r>
            <a:r>
              <a:rPr dirty="0" baseline="16460" sz="2025" spc="-284">
                <a:latin typeface="Calibri"/>
                <a:cs typeface="Calibri"/>
              </a:rPr>
              <a:t>ی</a:t>
            </a:r>
            <a:r>
              <a:rPr dirty="0" baseline="-4115" sz="2025" spc="307">
                <a:latin typeface="Calibri"/>
                <a:cs typeface="Calibri"/>
              </a:rPr>
              <a:t> </a:t>
            </a:r>
            <a:r>
              <a:rPr dirty="0" sz="1350" spc="-120">
                <a:latin typeface="Calibri"/>
                <a:cs typeface="Calibri"/>
              </a:rPr>
              <a:t>نچمه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baseline="4115" sz="2025" spc="-300">
                <a:latin typeface="Calibri"/>
                <a:cs typeface="Calibri"/>
              </a:rPr>
              <a:t>.</a:t>
            </a:r>
            <a:r>
              <a:rPr dirty="0" sz="1350" spc="-200">
                <a:latin typeface="Calibri"/>
                <a:cs typeface="Calibri"/>
              </a:rPr>
              <a:t>دشاب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270">
                <a:latin typeface="Calibri"/>
                <a:cs typeface="Calibri"/>
              </a:rPr>
              <a:t>هتشاد</a:t>
            </a:r>
            <a:r>
              <a:rPr dirty="0" sz="1350" spc="-160">
                <a:latin typeface="Calibri"/>
                <a:cs typeface="Calibri"/>
              </a:rPr>
              <a:t> </a:t>
            </a:r>
            <a:r>
              <a:rPr dirty="0" sz="1350" spc="-285">
                <a:latin typeface="Calibri"/>
                <a:cs typeface="Calibri"/>
              </a:rPr>
              <a:t>یراتفر</a:t>
            </a:r>
            <a:r>
              <a:rPr dirty="0" sz="1350" spc="-215">
                <a:latin typeface="Calibri"/>
                <a:cs typeface="Calibri"/>
              </a:rPr>
              <a:t> </a:t>
            </a:r>
            <a:r>
              <a:rPr dirty="0" sz="1350" spc="-170">
                <a:latin typeface="Calibri"/>
                <a:cs typeface="Calibri"/>
              </a:rPr>
              <a:t>یاهوگلا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sz="1350" spc="-225">
                <a:latin typeface="Calibri"/>
                <a:cs typeface="Calibri"/>
              </a:rPr>
              <a:t>قیقد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765">
                <a:latin typeface="Calibri"/>
                <a:cs typeface="Calibri"/>
              </a:rPr>
              <a:t>قیبطت </a:t>
            </a:r>
            <a:r>
              <a:rPr dirty="0" sz="1350" spc="-295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290">
                <a:latin typeface="Calibri"/>
                <a:cs typeface="Calibri"/>
              </a:rPr>
              <a:t>دیاب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260">
                <a:latin typeface="Calibri"/>
                <a:cs typeface="Calibri"/>
              </a:rPr>
              <a:t>،یژولونکت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نیا</a:t>
            </a:r>
            <a:r>
              <a:rPr dirty="0" sz="1350" spc="-8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زا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هدافتسا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240">
                <a:latin typeface="Calibri"/>
                <a:cs typeface="Calibri"/>
              </a:rPr>
              <a:t>ماگنه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280">
                <a:latin typeface="Calibri"/>
                <a:cs typeface="Calibri"/>
              </a:rPr>
              <a:t>،نیاربانب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baseline="4115" sz="2025" spc="-322">
                <a:latin typeface="Calibri"/>
                <a:cs typeface="Calibri"/>
              </a:rPr>
              <a:t>.</a:t>
            </a:r>
            <a:r>
              <a:rPr dirty="0" sz="1350" spc="-215">
                <a:latin typeface="Calibri"/>
                <a:cs typeface="Calibri"/>
              </a:rPr>
              <a:t>دنک</a:t>
            </a:r>
            <a:r>
              <a:rPr dirty="0" sz="1350" spc="-114">
                <a:latin typeface="Calibri"/>
                <a:cs typeface="Calibri"/>
              </a:rPr>
              <a:t> </a:t>
            </a:r>
            <a:r>
              <a:rPr dirty="0" sz="1350" spc="-470">
                <a:latin typeface="Calibri"/>
                <a:cs typeface="Calibri"/>
              </a:rPr>
              <a:t>تبث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95">
                <a:latin typeface="Calibri"/>
                <a:cs typeface="Calibri"/>
              </a:rPr>
              <a:t>ار</a:t>
            </a:r>
            <a:r>
              <a:rPr dirty="0" sz="1350" spc="-55">
                <a:latin typeface="Calibri"/>
                <a:cs typeface="Calibri"/>
              </a:rPr>
              <a:t> </a:t>
            </a:r>
            <a:r>
              <a:rPr dirty="0" sz="1350" spc="-35">
                <a:latin typeface="Calibri"/>
                <a:cs typeface="Calibri"/>
              </a:rPr>
              <a:t>اهنآ</a:t>
            </a:r>
            <a:r>
              <a:rPr dirty="0" sz="1350" spc="25">
                <a:latin typeface="Calibri"/>
                <a:cs typeface="Calibri"/>
              </a:rPr>
              <a:t> </a:t>
            </a:r>
            <a:r>
              <a:rPr dirty="0" sz="1350" spc="-280">
                <a:latin typeface="Calibri"/>
                <a:cs typeface="Calibri"/>
              </a:rPr>
              <a:t>یراتفر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170">
                <a:latin typeface="Calibri"/>
                <a:cs typeface="Calibri"/>
              </a:rPr>
              <a:t>یاهوگلا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215">
                <a:latin typeface="Calibri"/>
                <a:cs typeface="Calibri"/>
              </a:rPr>
              <a:t>دناوتمی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یژولونکت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185">
                <a:latin typeface="Calibri"/>
                <a:cs typeface="Calibri"/>
              </a:rPr>
              <a:t>نیا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225">
                <a:latin typeface="Calibri"/>
                <a:cs typeface="Calibri"/>
              </a:rPr>
              <a:t>اریز</a:t>
            </a:r>
            <a:endParaRPr sz="135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35"/>
              </a:spcBef>
            </a:pPr>
            <a:r>
              <a:rPr dirty="0" sz="1350" spc="-80">
                <a:latin typeface="Calibri"/>
                <a:cs typeface="Calibri"/>
              </a:rPr>
              <a:t>د</a:t>
            </a:r>
            <a:r>
              <a:rPr dirty="0" sz="1350" spc="55">
                <a:latin typeface="Calibri"/>
                <a:cs typeface="Calibri"/>
              </a:rPr>
              <a:t>و</a:t>
            </a:r>
            <a:r>
              <a:rPr dirty="0" sz="1350" spc="-365">
                <a:latin typeface="Calibri"/>
                <a:cs typeface="Calibri"/>
              </a:rPr>
              <a:t>ش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ه</a:t>
            </a:r>
            <a:r>
              <a:rPr dirty="0" sz="1350" spc="-95">
                <a:latin typeface="Calibri"/>
                <a:cs typeface="Calibri"/>
              </a:rPr>
              <a:t>ج</a:t>
            </a:r>
            <a:r>
              <a:rPr dirty="0" sz="1350" spc="55">
                <a:latin typeface="Calibri"/>
                <a:cs typeface="Calibri"/>
              </a:rPr>
              <a:t>و</a:t>
            </a:r>
            <a:r>
              <a:rPr dirty="0" sz="1350" spc="-755">
                <a:latin typeface="Calibri"/>
                <a:cs typeface="Calibri"/>
              </a:rPr>
              <a:t>ت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400">
                <a:latin typeface="Calibri"/>
                <a:cs typeface="Calibri"/>
              </a:rPr>
              <a:t>ص</a:t>
            </a:r>
            <a:r>
              <a:rPr dirty="0" sz="1350" spc="-320">
                <a:latin typeface="Calibri"/>
                <a:cs typeface="Calibri"/>
              </a:rPr>
              <a:t>ی</a:t>
            </a:r>
            <a:r>
              <a:rPr dirty="0" sz="1350" spc="55">
                <a:latin typeface="Calibri"/>
                <a:cs typeface="Calibri"/>
              </a:rPr>
              <a:t>و</a:t>
            </a:r>
            <a:r>
              <a:rPr dirty="0" sz="1350" spc="-350">
                <a:latin typeface="Calibri"/>
                <a:cs typeface="Calibri"/>
              </a:rPr>
              <a:t>ص</a:t>
            </a:r>
            <a:r>
              <a:rPr dirty="0" sz="1350" spc="-10">
                <a:latin typeface="Calibri"/>
                <a:cs typeface="Calibri"/>
              </a:rPr>
              <a:t>خ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110">
                <a:latin typeface="Calibri"/>
                <a:cs typeface="Calibri"/>
              </a:rPr>
              <a:t>م</a:t>
            </a:r>
            <a:r>
              <a:rPr dirty="0" sz="1350" spc="-690">
                <a:latin typeface="Calibri"/>
                <a:cs typeface="Calibri"/>
              </a:rPr>
              <a:t>ی</a:t>
            </a:r>
            <a:r>
              <a:rPr dirty="0" sz="1350" spc="-5">
                <a:latin typeface="Calibri"/>
                <a:cs typeface="Calibri"/>
              </a:rPr>
              <a:t>ر</a:t>
            </a:r>
            <a:r>
              <a:rPr dirty="0" sz="1350">
                <a:latin typeface="Calibri"/>
                <a:cs typeface="Calibri"/>
              </a:rPr>
              <a:t>ح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ی</a:t>
            </a:r>
            <a:r>
              <a:rPr dirty="0" sz="1350" spc="75">
                <a:latin typeface="Calibri"/>
                <a:cs typeface="Calibri"/>
              </a:rPr>
              <a:t>ا</a:t>
            </a:r>
            <a:r>
              <a:rPr dirty="0" sz="1350" spc="-185">
                <a:latin typeface="Calibri"/>
                <a:cs typeface="Calibri"/>
              </a:rPr>
              <a:t>ه</a:t>
            </a:r>
            <a:r>
              <a:rPr dirty="0" sz="1350" spc="-509">
                <a:latin typeface="Calibri"/>
                <a:cs typeface="Calibri"/>
              </a:rPr>
              <a:t>ب</a:t>
            </a:r>
            <a:r>
              <a:rPr dirty="0" baseline="24691" sz="2025" spc="-7">
                <a:latin typeface="Calibri"/>
                <a:cs typeface="Calibri"/>
              </a:rPr>
              <a:t>ی</a:t>
            </a:r>
            <a:r>
              <a:rPr dirty="0" baseline="24691" sz="2025" spc="-30">
                <a:latin typeface="Calibri"/>
                <a:cs typeface="Calibri"/>
              </a:rPr>
              <a:t> </a:t>
            </a:r>
            <a:r>
              <a:rPr dirty="0" sz="1350" spc="-190">
                <a:latin typeface="Calibri"/>
                <a:cs typeface="Calibri"/>
              </a:rPr>
              <a:t>ا</a:t>
            </a:r>
            <a:r>
              <a:rPr dirty="0" sz="1350" spc="55">
                <a:latin typeface="Calibri"/>
                <a:cs typeface="Calibri"/>
              </a:rPr>
              <a:t>ر</a:t>
            </a:r>
            <a:r>
              <a:rPr dirty="0" sz="1350" spc="-585">
                <a:latin typeface="Calibri"/>
                <a:cs typeface="Calibri"/>
              </a:rPr>
              <a:t>گ</a:t>
            </a:r>
            <a:r>
              <a:rPr dirty="0" sz="1350" spc="-405">
                <a:latin typeface="Calibri"/>
                <a:cs typeface="Calibri"/>
              </a:rPr>
              <a:t>ن</a:t>
            </a:r>
            <a:r>
              <a:rPr dirty="0" sz="1350" spc="-5"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  <a:p>
            <a:pPr algn="r" marL="618490" marR="84455" indent="-363855">
              <a:lnSpc>
                <a:spcPct val="102200"/>
              </a:lnSpc>
              <a:spcBef>
                <a:spcPts val="1375"/>
              </a:spcBef>
            </a:pPr>
            <a:r>
              <a:rPr dirty="0" sz="1350" spc="-175">
                <a:latin typeface="Calibri"/>
                <a:cs typeface="Calibri"/>
              </a:rPr>
              <a:t>تینما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220">
                <a:latin typeface="Calibri"/>
                <a:cs typeface="Calibri"/>
              </a:rPr>
              <a:t>شیازفا</a:t>
            </a:r>
            <a:r>
              <a:rPr dirty="0" sz="1350" spc="-130">
                <a:latin typeface="Calibri"/>
                <a:cs typeface="Calibri"/>
              </a:rPr>
              <a:t> </a:t>
            </a:r>
            <a:r>
              <a:rPr dirty="0" sz="1350" spc="-235">
                <a:latin typeface="Calibri"/>
                <a:cs typeface="Calibri"/>
              </a:rPr>
              <a:t>یارب</a:t>
            </a:r>
            <a:r>
              <a:rPr dirty="0" sz="1350" spc="-160">
                <a:latin typeface="Calibri"/>
                <a:cs typeface="Calibri"/>
              </a:rPr>
              <a:t> </a:t>
            </a:r>
            <a:r>
              <a:rPr dirty="0" sz="1350" spc="20">
                <a:latin typeface="Calibri"/>
                <a:cs typeface="Calibri"/>
              </a:rPr>
              <a:t>باذج </a:t>
            </a:r>
            <a:r>
              <a:rPr dirty="0" sz="1350" spc="-5">
                <a:latin typeface="Calibri"/>
                <a:cs typeface="Calibri"/>
              </a:rPr>
              <a:t>و </a:t>
            </a:r>
            <a:r>
              <a:rPr dirty="0" sz="1350" spc="-90">
                <a:latin typeface="Calibri"/>
                <a:cs typeface="Calibri"/>
              </a:rPr>
              <a:t>دیدج </a:t>
            </a:r>
            <a:r>
              <a:rPr dirty="0" sz="1350" spc="-204">
                <a:latin typeface="Calibri"/>
                <a:cs typeface="Calibri"/>
              </a:rPr>
              <a:t>هار</a:t>
            </a:r>
            <a:r>
              <a:rPr dirty="0" sz="1350" spc="-100">
                <a:latin typeface="Calibri"/>
                <a:cs typeface="Calibri"/>
              </a:rPr>
              <a:t> </a:t>
            </a:r>
            <a:r>
              <a:rPr dirty="0" sz="1350" spc="-295">
                <a:latin typeface="Calibri"/>
                <a:cs typeface="Calibri"/>
              </a:rPr>
              <a:t>کی</a:t>
            </a:r>
            <a:r>
              <a:rPr dirty="0" sz="1350" spc="-280">
                <a:latin typeface="Calibri"/>
                <a:cs typeface="Calibri"/>
              </a:rPr>
              <a:t> </a:t>
            </a:r>
            <a:r>
              <a:rPr dirty="0" sz="1350" spc="-215">
                <a:latin typeface="Calibri"/>
                <a:cs typeface="Calibri"/>
              </a:rPr>
              <a:t>دناوتمی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315">
                <a:latin typeface="Calibri"/>
                <a:cs typeface="Calibri"/>
              </a:rPr>
              <a:t>ربراک</a:t>
            </a:r>
            <a:r>
              <a:rPr dirty="0" sz="1350" spc="-95">
                <a:latin typeface="Calibri"/>
                <a:cs typeface="Calibri"/>
              </a:rPr>
              <a:t> </a:t>
            </a:r>
            <a:r>
              <a:rPr dirty="0" sz="1350" spc="-280">
                <a:latin typeface="Calibri"/>
                <a:cs typeface="Calibri"/>
              </a:rPr>
              <a:t>یراتفر</a:t>
            </a:r>
            <a:r>
              <a:rPr dirty="0" sz="1350" spc="-225">
                <a:latin typeface="Calibri"/>
                <a:cs typeface="Calibri"/>
              </a:rPr>
              <a:t> </a:t>
            </a:r>
            <a:r>
              <a:rPr dirty="0" sz="1350" spc="-210">
                <a:latin typeface="Calibri"/>
                <a:cs typeface="Calibri"/>
              </a:rPr>
              <a:t>یوگلا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305">
                <a:latin typeface="Calibri"/>
                <a:cs typeface="Calibri"/>
              </a:rPr>
              <a:t>صیخشت</a:t>
            </a:r>
            <a:r>
              <a:rPr dirty="0" sz="1350" spc="-295">
                <a:latin typeface="Calibri"/>
                <a:cs typeface="Calibri"/>
              </a:rPr>
              <a:t>یژولونکت</a:t>
            </a:r>
            <a:r>
              <a:rPr dirty="0" sz="1350" spc="-27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زا </a:t>
            </a:r>
            <a:r>
              <a:rPr dirty="0" sz="1350" spc="-290">
                <a:latin typeface="Calibri"/>
                <a:cs typeface="Calibri"/>
              </a:rPr>
              <a:t>هدافتسا</a:t>
            </a:r>
            <a:r>
              <a:rPr dirty="0" sz="1350" spc="-254">
                <a:latin typeface="Calibri"/>
                <a:cs typeface="Calibri"/>
              </a:rPr>
              <a:t> </a:t>
            </a:r>
            <a:r>
              <a:rPr dirty="0" sz="1350" spc="-200">
                <a:latin typeface="Calibri"/>
                <a:cs typeface="Calibri"/>
              </a:rPr>
              <a:t>،تیاهن</a:t>
            </a:r>
            <a:r>
              <a:rPr dirty="0" sz="1350" spc="-9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رد </a:t>
            </a:r>
            <a:r>
              <a:rPr dirty="0" sz="1350" spc="-295">
                <a:latin typeface="Calibri"/>
                <a:cs typeface="Calibri"/>
              </a:rPr>
              <a:t> </a:t>
            </a:r>
            <a:r>
              <a:rPr dirty="0" sz="1350" spc="-130">
                <a:latin typeface="Calibri"/>
                <a:cs typeface="Calibri"/>
              </a:rPr>
              <a:t>دوش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240">
                <a:latin typeface="Calibri"/>
                <a:cs typeface="Calibri"/>
              </a:rPr>
              <a:t>یزاسهدایپ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190">
                <a:latin typeface="Calibri"/>
                <a:cs typeface="Calibri"/>
              </a:rPr>
              <a:t>لیمع</a:t>
            </a:r>
            <a:r>
              <a:rPr dirty="0" sz="1350" spc="-85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و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120">
                <a:latin typeface="Calibri"/>
                <a:cs typeface="Calibri"/>
              </a:rPr>
              <a:t>لماکروط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300">
                <a:latin typeface="Calibri"/>
                <a:cs typeface="Calibri"/>
              </a:rPr>
              <a:t>دناوتب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350">
                <a:latin typeface="Calibri"/>
                <a:cs typeface="Calibri"/>
              </a:rPr>
              <a:t>ات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 spc="-50">
                <a:latin typeface="Calibri"/>
                <a:cs typeface="Calibri"/>
              </a:rPr>
              <a:t>دراد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320">
                <a:latin typeface="Calibri"/>
                <a:cs typeface="Calibri"/>
              </a:rPr>
              <a:t>یت</a:t>
            </a:r>
            <a:r>
              <a:rPr dirty="0" baseline="24691" sz="2025" spc="-480">
                <a:latin typeface="Calibri"/>
                <a:cs typeface="Calibri"/>
              </a:rPr>
              <a:t>:</a:t>
            </a:r>
            <a:r>
              <a:rPr dirty="0" baseline="24691" sz="2025" spc="-127">
                <a:latin typeface="Calibri"/>
                <a:cs typeface="Calibri"/>
              </a:rPr>
              <a:t> </a:t>
            </a:r>
            <a:r>
              <a:rPr dirty="0" sz="1350" spc="-535">
                <a:latin typeface="Calibri"/>
                <a:cs typeface="Calibri"/>
              </a:rPr>
              <a:t>شیب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 spc="-254">
                <a:latin typeface="Calibri"/>
                <a:cs typeface="Calibri"/>
              </a:rPr>
              <a:t>تاقیقحت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 spc="-525">
                <a:latin typeface="Calibri"/>
                <a:cs typeface="Calibri"/>
              </a:rPr>
              <a:t>هب</a:t>
            </a:r>
            <a:r>
              <a:rPr dirty="0" sz="1350" spc="-80">
                <a:latin typeface="Calibri"/>
                <a:cs typeface="Calibri"/>
              </a:rPr>
              <a:t> </a:t>
            </a:r>
            <a:r>
              <a:rPr dirty="0" sz="1350" spc="-225">
                <a:latin typeface="Calibri"/>
                <a:cs typeface="Calibri"/>
              </a:rPr>
              <a:t>زاین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5">
                <a:latin typeface="Calibri"/>
                <a:cs typeface="Calibri"/>
              </a:rPr>
              <a:t>اما</a:t>
            </a:r>
            <a:r>
              <a:rPr dirty="0" sz="1350">
                <a:latin typeface="Calibri"/>
                <a:cs typeface="Calibri"/>
              </a:rPr>
              <a:t> </a:t>
            </a:r>
            <a:r>
              <a:rPr dirty="0" sz="1350" spc="-200">
                <a:latin typeface="Calibri"/>
                <a:cs typeface="Calibri"/>
              </a:rPr>
              <a:t>،دشاب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 spc="-130">
                <a:latin typeface="Calibri"/>
                <a:cs typeface="Calibri"/>
              </a:rPr>
              <a:t>دنمشوه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150">
                <a:latin typeface="Calibri"/>
                <a:cs typeface="Calibri"/>
              </a:rPr>
              <a:t>یاهلفق.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0" y="1493011"/>
            <a:ext cx="2790825" cy="125793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2530" y="819657"/>
            <a:ext cx="1083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0">
                <a:latin typeface="Calibri"/>
                <a:cs typeface="Calibri"/>
              </a:rPr>
              <a:t>ن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630">
                <a:latin typeface="Calibri"/>
                <a:cs typeface="Calibri"/>
              </a:rPr>
              <a:t>ت</a:t>
            </a:r>
            <a:r>
              <a:rPr dirty="0" sz="1200" spc="-495">
                <a:latin typeface="Calibri"/>
                <a:cs typeface="Calibri"/>
              </a:rPr>
              <a:t>ی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670">
                <a:latin typeface="Calibri"/>
                <a:cs typeface="Calibri"/>
              </a:rPr>
              <a:t>پ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45">
                <a:latin typeface="Calibri"/>
                <a:cs typeface="Calibri"/>
              </a:rPr>
              <a:t>ش</a:t>
            </a:r>
            <a:r>
              <a:rPr dirty="0" sz="1200" spc="-690">
                <a:latin typeface="Calibri"/>
                <a:cs typeface="Calibri"/>
              </a:rPr>
              <a:t>ی</a:t>
            </a:r>
            <a:r>
              <a:rPr dirty="0" sz="1200" spc="35">
                <a:latin typeface="Calibri"/>
                <a:cs typeface="Calibri"/>
              </a:rPr>
              <a:t>ز</a:t>
            </a:r>
            <a:r>
              <a:rPr dirty="0" sz="1200" spc="20">
                <a:latin typeface="Calibri"/>
                <a:cs typeface="Calibri"/>
              </a:rPr>
              <a:t>ا</a:t>
            </a:r>
            <a:r>
              <a:rPr dirty="0" sz="1200" spc="-325">
                <a:latin typeface="Calibri"/>
                <a:cs typeface="Calibri"/>
              </a:rPr>
              <a:t>س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350">
                <a:latin typeface="Calibri"/>
                <a:cs typeface="Calibri"/>
              </a:rPr>
              <a:t>ه</a:t>
            </a:r>
            <a:r>
              <a:rPr dirty="0" sz="1200" spc="-15">
                <a:latin typeface="Calibri"/>
                <a:cs typeface="Calibri"/>
              </a:rPr>
              <a:t>د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670">
                <a:latin typeface="Calibri"/>
                <a:cs typeface="Calibri"/>
              </a:rPr>
              <a:t>پ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8324" y="1356105"/>
            <a:ext cx="3072130" cy="6600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import</a:t>
            </a:r>
            <a:r>
              <a:rPr dirty="0" sz="1000" spc="-2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4EC8AF"/>
                </a:solidFill>
                <a:latin typeface="Calibri"/>
                <a:cs typeface="Calibri"/>
              </a:rPr>
              <a:t>time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Calibri"/>
              <a:cs typeface="Calibri"/>
            </a:endParaRPr>
          </a:p>
          <a:p>
            <a:pPr marL="182245" marR="1638935" indent="-119380">
              <a:lnSpc>
                <a:spcPct val="118000"/>
              </a:lnSpc>
            </a:pP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class </a:t>
            </a:r>
            <a:r>
              <a:rPr dirty="0" sz="1000" spc="-5">
                <a:solidFill>
                  <a:srgbClr val="4EC8AF"/>
                </a:solidFill>
                <a:latin typeface="Calibri"/>
                <a:cs typeface="Calibri"/>
              </a:rPr>
              <a:t>BehavioralSmartLock </a:t>
            </a:r>
            <a:r>
              <a:rPr dirty="0" sz="1000" spc="-215">
                <a:solidFill>
                  <a:srgbClr val="4EC8A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u="sng" sz="1000" spc="380">
                <a:solidFill>
                  <a:srgbClr val="DCDCAA"/>
                </a:solidFill>
                <a:uFill>
                  <a:solidFill>
                    <a:srgbClr val="DBDBA9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00" spc="380">
                <a:solidFill>
                  <a:srgbClr val="DCDCAA"/>
                </a:solidFill>
                <a:uFill>
                  <a:solidFill>
                    <a:srgbClr val="DBDBA9"/>
                  </a:solidFill>
                </a:u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init</a:t>
            </a:r>
            <a:r>
              <a:rPr dirty="0" u="sng" sz="1000">
                <a:solidFill>
                  <a:srgbClr val="DCDCAA"/>
                </a:solidFill>
                <a:uFill>
                  <a:solidFill>
                    <a:srgbClr val="DBDBA9"/>
                  </a:solidFill>
                </a:uFill>
                <a:latin typeface="Calibri"/>
                <a:cs typeface="Calibri"/>
              </a:rPr>
              <a:t>    </a:t>
            </a:r>
            <a:r>
              <a:rPr dirty="0" sz="1000" spc="175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endParaRPr sz="1000">
              <a:latin typeface="Calibri"/>
              <a:cs typeface="Calibri"/>
            </a:endParaRPr>
          </a:p>
          <a:p>
            <a:pPr marL="294640" marR="1838960">
              <a:lnSpc>
                <a:spcPts val="1420"/>
              </a:lnSpc>
              <a:spcBef>
                <a:spcPts val="5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 locked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 </a:t>
            </a:r>
            <a:r>
              <a:rPr dirty="0" sz="1000" spc="-5">
                <a:solidFill>
                  <a:srgbClr val="559CD5"/>
                </a:solidFill>
                <a:latin typeface="Calibri"/>
                <a:cs typeface="Calibri"/>
              </a:rPr>
              <a:t>True </a:t>
            </a:r>
            <a:r>
              <a:rPr dirty="0" sz="1000" spc="-21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1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press_times</a:t>
            </a:r>
            <a:r>
              <a:rPr dirty="0" sz="1000" spc="-2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Calibri"/>
              <a:cs typeface="Calibri"/>
            </a:endParaRPr>
          </a:p>
          <a:p>
            <a:pPr marL="17907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40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215">
                <a:solidFill>
                  <a:srgbClr val="6A9954"/>
                </a:solidFill>
                <a:latin typeface="Calibri"/>
                <a:cs typeface="Calibri"/>
              </a:rPr>
              <a:t>ق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ن</a:t>
            </a:r>
            <a:r>
              <a:rPr dirty="0" sz="800" spc="-114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2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7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60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-409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sz="800" spc="-195">
                <a:solidFill>
                  <a:srgbClr val="6A9954"/>
                </a:solidFill>
                <a:latin typeface="Calibri"/>
                <a:cs typeface="Calibri"/>
              </a:rPr>
              <a:t>س</a:t>
            </a:r>
            <a:r>
              <a:rPr dirty="0" sz="800" spc="-445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sz="800" spc="-6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و</a:t>
            </a:r>
            <a:r>
              <a:rPr dirty="0" sz="800" spc="-7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ز</a:t>
            </a:r>
            <a:r>
              <a:rPr dirty="0" sz="800" spc="10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450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endParaRPr sz="8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195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1000" spc="-2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toggle_lock</a:t>
            </a:r>
            <a:r>
              <a:rPr dirty="0" sz="1000" spc="55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2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press_time</a:t>
            </a:r>
            <a:endParaRPr sz="1000">
              <a:latin typeface="Calibri"/>
              <a:cs typeface="Calibri"/>
            </a:endParaRPr>
          </a:p>
          <a:p>
            <a:pPr marL="294640" marR="897255">
              <a:lnSpc>
                <a:spcPct val="115999"/>
              </a:lnSpc>
              <a:spcBef>
                <a:spcPts val="2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press_times</a:t>
            </a:r>
            <a:r>
              <a:rPr dirty="0" sz="1000" spc="2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append</a:t>
            </a:r>
            <a:r>
              <a:rPr dirty="0" sz="1000" spc="8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press_time </a:t>
            </a:r>
            <a:r>
              <a:rPr dirty="0" sz="1000" spc="-2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1000" spc="-1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len</a:t>
            </a:r>
            <a:r>
              <a:rPr dirty="0" sz="1000" spc="85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4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press_times</a:t>
            </a:r>
            <a:r>
              <a:rPr dirty="0" sz="1000" spc="7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&gt;</a:t>
            </a:r>
            <a:r>
              <a:rPr dirty="0" sz="1000" spc="-1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B5CEA8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  <a:p>
            <a:pPr marL="294640" marR="751840" indent="115570">
              <a:lnSpc>
                <a:spcPct val="115999"/>
              </a:lnSpc>
              <a:spcBef>
                <a:spcPts val="20"/>
              </a:spcBef>
            </a:pP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 </a:t>
            </a:r>
            <a:r>
              <a:rPr dirty="0" sz="1000">
                <a:solidFill>
                  <a:srgbClr val="559CD5"/>
                </a:solidFill>
                <a:latin typeface="Calibri"/>
                <a:cs typeface="Calibri"/>
              </a:rPr>
              <a:t>not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check_behavior </a:t>
            </a:r>
            <a:r>
              <a:rPr dirty="0" sz="1000" spc="-215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return</a:t>
            </a:r>
            <a:r>
              <a:rPr dirty="0" sz="1000" spc="-1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-5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libri"/>
              <a:cs typeface="Calibri"/>
            </a:endParaRPr>
          </a:p>
          <a:p>
            <a:pPr marL="17907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10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409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sz="800" spc="-515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40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30">
                <a:solidFill>
                  <a:srgbClr val="6A9954"/>
                </a:solidFill>
                <a:latin typeface="Calibri"/>
                <a:cs typeface="Calibri"/>
              </a:rPr>
              <a:t>و</a:t>
            </a:r>
            <a:r>
              <a:rPr dirty="0" sz="800" spc="-355">
                <a:solidFill>
                  <a:srgbClr val="6A9954"/>
                </a:solidFill>
                <a:latin typeface="Calibri"/>
                <a:cs typeface="Calibri"/>
              </a:rPr>
              <a:t>گ</a:t>
            </a:r>
            <a:r>
              <a:rPr dirty="0" sz="800" spc="-250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2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315">
                <a:solidFill>
                  <a:srgbClr val="6A9954"/>
                </a:solidFill>
                <a:latin typeface="Calibri"/>
                <a:cs typeface="Calibri"/>
              </a:rPr>
              <a:t>سی</a:t>
            </a:r>
            <a:r>
              <a:rPr dirty="0" sz="800" spc="-7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2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450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endParaRPr sz="800">
              <a:latin typeface="Calibri"/>
              <a:cs typeface="Calibri"/>
            </a:endParaRPr>
          </a:p>
          <a:p>
            <a:pPr marL="182245">
              <a:lnSpc>
                <a:spcPct val="100000"/>
              </a:lnSpc>
              <a:spcBef>
                <a:spcPts val="215"/>
              </a:spcBef>
            </a:pPr>
            <a:r>
              <a:rPr dirty="0" sz="1000" spc="-10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1000" spc="-2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check_behavior</a:t>
            </a:r>
            <a:r>
              <a:rPr dirty="0" sz="1000" spc="85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endParaRPr sz="1000">
              <a:latin typeface="Calibri"/>
              <a:cs typeface="Calibri"/>
            </a:endParaRPr>
          </a:p>
          <a:p>
            <a:pPr marL="63500" marR="960119" indent="231140">
              <a:lnSpc>
                <a:spcPts val="1420"/>
              </a:lnSpc>
              <a:spcBef>
                <a:spcPts val="60"/>
              </a:spcBef>
            </a:pP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avg_time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1000" spc="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15">
                <a:solidFill>
                  <a:srgbClr val="DCDCAA"/>
                </a:solidFill>
                <a:latin typeface="Calibri"/>
                <a:cs typeface="Calibri"/>
              </a:rPr>
              <a:t>sum</a:t>
            </a:r>
            <a:r>
              <a:rPr dirty="0" sz="1000" spc="95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1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press_times</a:t>
            </a:r>
            <a:r>
              <a:rPr dirty="0" sz="1000" spc="1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/ </a:t>
            </a:r>
            <a:r>
              <a:rPr dirty="0" sz="1000" spc="-2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5">
                <a:solidFill>
                  <a:srgbClr val="DCDCAA"/>
                </a:solidFill>
                <a:latin typeface="Calibri"/>
                <a:cs typeface="Calibri"/>
              </a:rPr>
              <a:t>len</a:t>
            </a:r>
            <a:r>
              <a:rPr dirty="0" sz="1000" spc="8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4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press_times</a:t>
            </a:r>
            <a:endParaRPr sz="1000">
              <a:latin typeface="Calibri"/>
              <a:cs typeface="Calibri"/>
            </a:endParaRPr>
          </a:p>
          <a:p>
            <a:pPr marL="29464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return</a:t>
            </a:r>
            <a:r>
              <a:rPr dirty="0" sz="1000" spc="-1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all</a:t>
            </a:r>
            <a:r>
              <a:rPr dirty="0" sz="1000" spc="95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abs</a:t>
            </a:r>
            <a:r>
              <a:rPr dirty="0" sz="1000" spc="75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t</a:t>
            </a:r>
            <a:r>
              <a:rPr dirty="0" sz="1000" spc="-1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-</a:t>
            </a:r>
            <a:r>
              <a:rPr dirty="0" sz="10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avg_time</a:t>
            </a:r>
            <a:r>
              <a:rPr dirty="0" sz="1000" spc="8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&lt;</a:t>
            </a:r>
            <a:r>
              <a:rPr dirty="0" sz="1000" spc="-1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B5CEA8"/>
                </a:solidFill>
                <a:latin typeface="Calibri"/>
                <a:cs typeface="Calibri"/>
              </a:rPr>
              <a:t>0.05</a:t>
            </a:r>
            <a:r>
              <a:rPr dirty="0" sz="1000" spc="-20">
                <a:solidFill>
                  <a:srgbClr val="B5CEA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585C0"/>
                </a:solidFill>
                <a:latin typeface="Calibri"/>
                <a:cs typeface="Calibri"/>
              </a:rPr>
              <a:t>for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t</a:t>
            </a:r>
            <a:r>
              <a:rPr dirty="0" sz="1000" spc="-1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5">
                <a:solidFill>
                  <a:srgbClr val="559CD5"/>
                </a:solidFill>
                <a:latin typeface="Calibri"/>
                <a:cs typeface="Calibri"/>
              </a:rPr>
              <a:t>in</a:t>
            </a:r>
            <a:endParaRPr sz="10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20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1000" spc="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9CDCFD"/>
                </a:solidFill>
                <a:latin typeface="Calibri"/>
                <a:cs typeface="Calibri"/>
              </a:rPr>
              <a:t>press_times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40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215">
                <a:solidFill>
                  <a:srgbClr val="6A9954"/>
                </a:solidFill>
                <a:latin typeface="Calibri"/>
                <a:cs typeface="Calibri"/>
              </a:rPr>
              <a:t>ق</a:t>
            </a:r>
            <a:r>
              <a:rPr dirty="0" sz="800" spc="-6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زا</a:t>
            </a:r>
            <a:r>
              <a:rPr dirty="0" sz="800" spc="-2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54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10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409">
                <a:solidFill>
                  <a:srgbClr val="6A9954"/>
                </a:solidFill>
                <a:latin typeface="Calibri"/>
                <a:cs typeface="Calibri"/>
              </a:rPr>
              <a:t>ت</a:t>
            </a:r>
            <a:r>
              <a:rPr dirty="0" sz="800" spc="-215">
                <a:solidFill>
                  <a:srgbClr val="6A9954"/>
                </a:solidFill>
                <a:latin typeface="Calibri"/>
                <a:cs typeface="Calibri"/>
              </a:rPr>
              <a:t>س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endParaRPr sz="8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19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</a:t>
            </a:r>
            <a:r>
              <a:rPr dirty="0" sz="1000" spc="-2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1000" spc="-1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4EC8AF"/>
                </a:solidFill>
                <a:latin typeface="Calibri"/>
                <a:cs typeface="Calibri"/>
              </a:rPr>
              <a:t>BehavioralSmartLock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start</a:t>
            </a:r>
            <a:r>
              <a:rPr dirty="0" sz="1000" spc="-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1000" spc="-3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4EC8AF"/>
                </a:solidFill>
                <a:latin typeface="Calibri"/>
                <a:cs typeface="Calibri"/>
              </a:rPr>
              <a:t>time</a:t>
            </a:r>
            <a:r>
              <a:rPr dirty="0" sz="1000" spc="-5">
                <a:solidFill>
                  <a:srgbClr val="4EC8A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time</a:t>
            </a:r>
            <a:endParaRPr sz="10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15"/>
              </a:spcBef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7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110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140">
                <a:solidFill>
                  <a:srgbClr val="6A9954"/>
                </a:solidFill>
                <a:latin typeface="Calibri"/>
                <a:cs typeface="Calibri"/>
              </a:rPr>
              <a:t>می</a:t>
            </a:r>
            <a:r>
              <a:rPr dirty="0" sz="800" spc="-6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195">
                <a:solidFill>
                  <a:srgbClr val="6A9954"/>
                </a:solidFill>
                <a:latin typeface="Calibri"/>
                <a:cs typeface="Calibri"/>
              </a:rPr>
              <a:t>ش</a:t>
            </a:r>
            <a:r>
              <a:rPr dirty="0" sz="800" spc="-400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3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7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305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-250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-430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10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2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575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430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10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50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305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-204">
                <a:solidFill>
                  <a:srgbClr val="6A9954"/>
                </a:solidFill>
                <a:latin typeface="Calibri"/>
                <a:cs typeface="Calibri"/>
              </a:rPr>
              <a:t>ن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9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35">
                <a:solidFill>
                  <a:srgbClr val="6A9954"/>
                </a:solidFill>
                <a:latin typeface="Calibri"/>
                <a:cs typeface="Calibri"/>
              </a:rPr>
              <a:t>ض</a:t>
            </a:r>
            <a:r>
              <a:rPr dirty="0" sz="800" spc="2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400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endParaRPr sz="8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19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</a:t>
            </a:r>
            <a:r>
              <a:rPr dirty="0" sz="1000" spc="3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toggle_lock</a:t>
            </a:r>
            <a:r>
              <a:rPr dirty="0" sz="1000" spc="6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4EC8AF"/>
                </a:solidFill>
                <a:latin typeface="Calibri"/>
                <a:cs typeface="Calibri"/>
              </a:rPr>
              <a:t>time</a:t>
            </a:r>
            <a:r>
              <a:rPr dirty="0" sz="1000" spc="10">
                <a:solidFill>
                  <a:srgbClr val="4EC8A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time</a:t>
            </a:r>
            <a:r>
              <a:rPr dirty="0" sz="1000" spc="36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-</a:t>
            </a:r>
            <a:r>
              <a:rPr dirty="0" sz="1000" spc="1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start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start</a:t>
            </a:r>
            <a:r>
              <a:rPr dirty="0" sz="1000" spc="-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1000" spc="-3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4EC8AF"/>
                </a:solidFill>
                <a:latin typeface="Calibri"/>
                <a:cs typeface="Calibri"/>
              </a:rPr>
              <a:t>time</a:t>
            </a:r>
            <a:r>
              <a:rPr dirty="0" sz="1000" spc="-5">
                <a:solidFill>
                  <a:srgbClr val="4EC8A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time</a:t>
            </a:r>
            <a:endParaRPr sz="10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15"/>
              </a:spcBef>
            </a:pP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50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110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140">
                <a:solidFill>
                  <a:srgbClr val="6A9954"/>
                </a:solidFill>
                <a:latin typeface="Calibri"/>
                <a:cs typeface="Calibri"/>
              </a:rPr>
              <a:t>می</a:t>
            </a:r>
            <a:r>
              <a:rPr dirty="0" sz="800" spc="-6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195">
                <a:solidFill>
                  <a:srgbClr val="6A9954"/>
                </a:solidFill>
                <a:latin typeface="Calibri"/>
                <a:cs typeface="Calibri"/>
              </a:rPr>
              <a:t>ش</a:t>
            </a:r>
            <a:r>
              <a:rPr dirty="0" sz="800" spc="-400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50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305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-250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sz="800" spc="-430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6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375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sz="800" spc="2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500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sz="800" spc="-15">
                <a:solidFill>
                  <a:srgbClr val="6A9954"/>
                </a:solidFill>
                <a:latin typeface="Calibri"/>
                <a:cs typeface="Calibri"/>
              </a:rPr>
              <a:t>و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5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4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575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3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sz="800" spc="-430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10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50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sz="800" spc="-305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sz="800" spc="-204">
                <a:solidFill>
                  <a:srgbClr val="6A9954"/>
                </a:solidFill>
                <a:latin typeface="Calibri"/>
                <a:cs typeface="Calibri"/>
              </a:rPr>
              <a:t>ن</a:t>
            </a:r>
            <a:r>
              <a:rPr dirty="0" sz="800" spc="-345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sz="800" spc="-9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35">
                <a:solidFill>
                  <a:srgbClr val="6A9954"/>
                </a:solidFill>
                <a:latin typeface="Calibri"/>
                <a:cs typeface="Calibri"/>
              </a:rPr>
              <a:t>ض</a:t>
            </a:r>
            <a:r>
              <a:rPr dirty="0" sz="800" spc="2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sz="800" spc="-400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endParaRPr sz="8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195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</a:t>
            </a:r>
            <a:r>
              <a:rPr dirty="0" sz="1000" spc="3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toggle_lock</a:t>
            </a:r>
            <a:r>
              <a:rPr dirty="0" sz="1000" spc="6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4EC8AF"/>
                </a:solidFill>
                <a:latin typeface="Calibri"/>
                <a:cs typeface="Calibri"/>
              </a:rPr>
              <a:t>time</a:t>
            </a:r>
            <a:r>
              <a:rPr dirty="0" sz="1000" spc="10">
                <a:solidFill>
                  <a:srgbClr val="4EC8A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time</a:t>
            </a:r>
            <a:r>
              <a:rPr dirty="0" sz="1000" spc="36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-</a:t>
            </a:r>
            <a:r>
              <a:rPr dirty="0" sz="1000" spc="1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start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start</a:t>
            </a:r>
            <a:r>
              <a:rPr dirty="0" sz="1000" spc="-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1000" spc="-3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4EC8AF"/>
                </a:solidFill>
                <a:latin typeface="Calibri"/>
                <a:cs typeface="Calibri"/>
              </a:rPr>
              <a:t>time</a:t>
            </a:r>
            <a:r>
              <a:rPr dirty="0" sz="1000" spc="-5">
                <a:solidFill>
                  <a:srgbClr val="4EC8A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time</a:t>
            </a:r>
            <a:endParaRPr sz="10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90"/>
              </a:spcBef>
            </a:pPr>
            <a:r>
              <a:rPr dirty="0" baseline="2777" sz="15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baseline="2777" sz="1500" spc="22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3472" sz="1200" spc="112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baseline="3472" sz="1200" spc="-165">
                <a:solidFill>
                  <a:srgbClr val="6A9954"/>
                </a:solidFill>
                <a:latin typeface="Calibri"/>
                <a:cs typeface="Calibri"/>
              </a:rPr>
              <a:t>ه</a:t>
            </a:r>
            <a:r>
              <a:rPr dirty="0" baseline="3472" sz="1200" spc="7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baseline="3472" sz="1200" spc="-209">
                <a:solidFill>
                  <a:srgbClr val="6A9954"/>
                </a:solidFill>
                <a:latin typeface="Calibri"/>
                <a:cs typeface="Calibri"/>
              </a:rPr>
              <a:t>می</a:t>
            </a:r>
            <a:r>
              <a:rPr dirty="0" baseline="3472" sz="1200" spc="-97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baseline="3472" sz="1200" spc="52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baseline="3472" sz="1200" spc="-292">
                <a:solidFill>
                  <a:srgbClr val="6A9954"/>
                </a:solidFill>
                <a:latin typeface="Calibri"/>
                <a:cs typeface="Calibri"/>
              </a:rPr>
              <a:t>ش</a:t>
            </a:r>
            <a:r>
              <a:rPr dirty="0" baseline="3472" sz="1200" spc="-600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r>
              <a:rPr dirty="0" baseline="3472" sz="1200" spc="-52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3472" sz="1200" spc="-165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baseline="3472" sz="1200" spc="-7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baseline="3472" sz="1200" spc="-52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3472" sz="1200" spc="112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baseline="3472" sz="1200" spc="-450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baseline="3472" sz="1200" spc="-375">
                <a:solidFill>
                  <a:srgbClr val="6A9954"/>
                </a:solidFill>
                <a:latin typeface="Calibri"/>
                <a:cs typeface="Calibri"/>
              </a:rPr>
              <a:t>ل</a:t>
            </a:r>
            <a:r>
              <a:rPr dirty="0" baseline="3472" sz="1200" spc="-569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baseline="3472" sz="120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baseline="3472" sz="1200" spc="52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baseline="3472" sz="1200" spc="-675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baseline="3472" sz="1200" spc="-22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3472" sz="1200" spc="-487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baseline="20833" sz="1200" spc="-15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baseline="20833" sz="120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20833" sz="1200" spc="-7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8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6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3472" sz="1200" spc="-127">
                <a:solidFill>
                  <a:srgbClr val="6A9954"/>
                </a:solidFill>
                <a:latin typeface="Calibri"/>
                <a:cs typeface="Calibri"/>
              </a:rPr>
              <a:t>م</a:t>
            </a:r>
            <a:r>
              <a:rPr dirty="0" baseline="3472" sz="1200" spc="44">
                <a:solidFill>
                  <a:srgbClr val="6A9954"/>
                </a:solidFill>
                <a:latin typeface="Calibri"/>
                <a:cs typeface="Calibri"/>
              </a:rPr>
              <a:t>و</a:t>
            </a:r>
            <a:r>
              <a:rPr dirty="0" baseline="3472" sz="1200" spc="-330">
                <a:solidFill>
                  <a:srgbClr val="6A9954"/>
                </a:solidFill>
                <a:latin typeface="Calibri"/>
                <a:cs typeface="Calibri"/>
              </a:rPr>
              <a:t>س</a:t>
            </a:r>
            <a:r>
              <a:rPr dirty="0" baseline="3472" sz="1200" spc="-82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3472" sz="1200" spc="67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baseline="3472" sz="1200" spc="-862">
                <a:solidFill>
                  <a:srgbClr val="6A9954"/>
                </a:solidFill>
                <a:latin typeface="Calibri"/>
                <a:cs typeface="Calibri"/>
              </a:rPr>
              <a:t>ب</a:t>
            </a:r>
            <a:r>
              <a:rPr dirty="0" baseline="3472" sz="120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baseline="3472" sz="1200" spc="52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baseline="3472" sz="1200" spc="-644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baseline="3472" sz="1200" spc="-157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3472" sz="1200" spc="75">
                <a:solidFill>
                  <a:srgbClr val="6A9954"/>
                </a:solidFill>
                <a:latin typeface="Calibri"/>
                <a:cs typeface="Calibri"/>
              </a:rPr>
              <a:t>د</a:t>
            </a:r>
            <a:r>
              <a:rPr dirty="0" baseline="3472" sz="1200" spc="-450">
                <a:solidFill>
                  <a:srgbClr val="6A9954"/>
                </a:solidFill>
                <a:latin typeface="Calibri"/>
                <a:cs typeface="Calibri"/>
              </a:rPr>
              <a:t>ی</a:t>
            </a:r>
            <a:r>
              <a:rPr dirty="0" baseline="3472" sz="1200" spc="-300">
                <a:solidFill>
                  <a:srgbClr val="6A9954"/>
                </a:solidFill>
                <a:latin typeface="Calibri"/>
                <a:cs typeface="Calibri"/>
              </a:rPr>
              <a:t>ن</a:t>
            </a:r>
            <a:r>
              <a:rPr dirty="0" baseline="3472" sz="1200" spc="-517">
                <a:solidFill>
                  <a:srgbClr val="6A9954"/>
                </a:solidFill>
                <a:latin typeface="Calibri"/>
                <a:cs typeface="Calibri"/>
              </a:rPr>
              <a:t>ک</a:t>
            </a:r>
            <a:r>
              <a:rPr dirty="0" baseline="3472" sz="1200" spc="-142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baseline="3472" sz="1200" spc="-202">
                <a:solidFill>
                  <a:srgbClr val="6A9954"/>
                </a:solidFill>
                <a:latin typeface="Calibri"/>
                <a:cs typeface="Calibri"/>
              </a:rPr>
              <a:t>ض</a:t>
            </a:r>
            <a:r>
              <a:rPr dirty="0" baseline="3472" sz="1200" spc="30">
                <a:solidFill>
                  <a:srgbClr val="6A9954"/>
                </a:solidFill>
                <a:latin typeface="Calibri"/>
                <a:cs typeface="Calibri"/>
              </a:rPr>
              <a:t>ر</a:t>
            </a:r>
            <a:r>
              <a:rPr dirty="0" baseline="3472" sz="1200" spc="-600">
                <a:solidFill>
                  <a:srgbClr val="6A9954"/>
                </a:solidFill>
                <a:latin typeface="Calibri"/>
                <a:cs typeface="Calibri"/>
              </a:rPr>
              <a:t>ف</a:t>
            </a:r>
            <a:endParaRPr baseline="3472" sz="12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</a:t>
            </a:r>
            <a:r>
              <a:rPr dirty="0" sz="1000" spc="3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 spc="-5">
                <a:solidFill>
                  <a:srgbClr val="DCDCAA"/>
                </a:solidFill>
                <a:latin typeface="Calibri"/>
                <a:cs typeface="Calibri"/>
              </a:rPr>
              <a:t>toggle_lock</a:t>
            </a:r>
            <a:r>
              <a:rPr dirty="0" sz="1000" spc="-5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sz="1000" spc="-5">
                <a:solidFill>
                  <a:srgbClr val="4EC8AF"/>
                </a:solidFill>
                <a:latin typeface="Calibri"/>
                <a:cs typeface="Calibri"/>
              </a:rPr>
              <a:t>time</a:t>
            </a:r>
            <a:r>
              <a:rPr dirty="0" sz="1000" spc="10">
                <a:solidFill>
                  <a:srgbClr val="4EC8A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time</a:t>
            </a:r>
            <a:r>
              <a:rPr dirty="0" sz="1000" spc="360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D3D3D3"/>
                </a:solidFill>
                <a:latin typeface="Calibri"/>
                <a:cs typeface="Calibri"/>
              </a:rPr>
              <a:t>-</a:t>
            </a:r>
            <a:r>
              <a:rPr dirty="0" sz="1000" spc="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start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</a:pPr>
            <a:r>
              <a:rPr dirty="0" sz="1000">
                <a:solidFill>
                  <a:srgbClr val="DCDCAA"/>
                </a:solidFill>
                <a:latin typeface="Calibri"/>
                <a:cs typeface="Calibri"/>
              </a:rPr>
              <a:t>print</a:t>
            </a:r>
            <a:r>
              <a:rPr dirty="0" sz="1000" spc="65">
                <a:solidFill>
                  <a:srgbClr val="DCDCA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</a:t>
            </a:r>
            <a:r>
              <a:rPr dirty="0" sz="1000" spc="2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9CDCFD"/>
                </a:solidFill>
                <a:latin typeface="Calibri"/>
                <a:cs typeface="Calibri"/>
              </a:rPr>
              <a:t>locked  </a:t>
            </a:r>
            <a:r>
              <a:rPr dirty="0" sz="1000" spc="8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1000" spc="-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95">
                <a:solidFill>
                  <a:srgbClr val="6A9954"/>
                </a:solidFill>
                <a:latin typeface="Calibri"/>
                <a:cs typeface="Calibri"/>
              </a:rPr>
              <a:t>دوشمی</a:t>
            </a:r>
            <a:r>
              <a:rPr dirty="0" sz="800" spc="-6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40">
                <a:solidFill>
                  <a:srgbClr val="6A9954"/>
                </a:solidFill>
                <a:latin typeface="Calibri"/>
                <a:cs typeface="Calibri"/>
              </a:rPr>
              <a:t>زاب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75">
                <a:solidFill>
                  <a:srgbClr val="6A9954"/>
                </a:solidFill>
                <a:latin typeface="Calibri"/>
                <a:cs typeface="Calibri"/>
              </a:rPr>
              <a:t>لفق</a:t>
            </a:r>
            <a:r>
              <a:rPr dirty="0" sz="800" spc="-14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25">
                <a:solidFill>
                  <a:srgbClr val="6A9954"/>
                </a:solidFill>
                <a:latin typeface="Calibri"/>
                <a:cs typeface="Calibri"/>
              </a:rPr>
              <a:t>،دوب</a:t>
            </a:r>
            <a:r>
              <a:rPr dirty="0" sz="800" spc="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70">
                <a:solidFill>
                  <a:srgbClr val="6A9954"/>
                </a:solidFill>
                <a:latin typeface="Calibri"/>
                <a:cs typeface="Calibri"/>
              </a:rPr>
              <a:t>ناسکی</a:t>
            </a:r>
            <a:r>
              <a:rPr dirty="0" sz="800" spc="-1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30">
                <a:solidFill>
                  <a:srgbClr val="6A9954"/>
                </a:solidFill>
                <a:latin typeface="Calibri"/>
                <a:cs typeface="Calibri"/>
              </a:rPr>
              <a:t>ا</a:t>
            </a:r>
            <a:r>
              <a:rPr dirty="0" baseline="38194" sz="1200" spc="-44">
                <a:solidFill>
                  <a:srgbClr val="6A9954"/>
                </a:solidFill>
                <a:latin typeface="Calibri"/>
                <a:cs typeface="Calibri"/>
              </a:rPr>
              <a:t>ً</a:t>
            </a:r>
            <a:r>
              <a:rPr dirty="0" baseline="38194" sz="1200" spc="-12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90">
                <a:solidFill>
                  <a:srgbClr val="6A9954"/>
                </a:solidFill>
                <a:latin typeface="Calibri"/>
                <a:cs typeface="Calibri"/>
              </a:rPr>
              <a:t>بیرقت</a:t>
            </a:r>
            <a:r>
              <a:rPr dirty="0" sz="800" spc="-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235">
                <a:solidFill>
                  <a:srgbClr val="6A9954"/>
                </a:solidFill>
                <a:latin typeface="Calibri"/>
                <a:cs typeface="Calibri"/>
              </a:rPr>
              <a:t>دیلک</a:t>
            </a:r>
            <a:r>
              <a:rPr dirty="0" sz="800" spc="-5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5">
                <a:solidFill>
                  <a:srgbClr val="6A9954"/>
                </a:solidFill>
                <a:latin typeface="Calibri"/>
                <a:cs typeface="Calibri"/>
              </a:rPr>
              <a:t>نداد</a:t>
            </a:r>
            <a:r>
              <a:rPr dirty="0" sz="800" spc="-4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40">
                <a:solidFill>
                  <a:srgbClr val="6A9954"/>
                </a:solidFill>
                <a:latin typeface="Calibri"/>
                <a:cs typeface="Calibri"/>
              </a:rPr>
              <a:t>راشف</a:t>
            </a:r>
            <a:r>
              <a:rPr dirty="0" sz="800" spc="-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35">
                <a:solidFill>
                  <a:srgbClr val="6A9954"/>
                </a:solidFill>
                <a:latin typeface="Calibri"/>
                <a:cs typeface="Calibri"/>
              </a:rPr>
              <a:t>نامز</a:t>
            </a:r>
            <a:r>
              <a:rPr dirty="0" sz="800" spc="-5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800" spc="-140">
                <a:solidFill>
                  <a:srgbClr val="6A9954"/>
                </a:solidFill>
                <a:latin typeface="Calibri"/>
                <a:cs typeface="Calibri"/>
              </a:rPr>
              <a:t>رگا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5404" y="1555114"/>
            <a:ext cx="3615054" cy="393001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88970" y="816609"/>
            <a:ext cx="1431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F5DBE"/>
                </a:solidFill>
                <a:latin typeface="Calibri"/>
                <a:cs typeface="Calibri"/>
              </a:rPr>
              <a:t>Percept</a:t>
            </a:r>
            <a:r>
              <a:rPr dirty="0" baseline="4629" sz="2700" spc="-7">
                <a:solidFill>
                  <a:srgbClr val="5F5DBE"/>
                </a:solidFill>
                <a:latin typeface="Calibri"/>
                <a:cs typeface="Calibri"/>
              </a:rPr>
              <a:t>_</a:t>
            </a:r>
            <a:r>
              <a:rPr dirty="0" sz="1800" spc="-5">
                <a:solidFill>
                  <a:srgbClr val="5F5DBE"/>
                </a:solidFill>
                <a:latin typeface="Calibri"/>
                <a:cs typeface="Calibri"/>
              </a:rPr>
              <a:t>action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37536" y="1509013"/>
          <a:ext cx="3505200" cy="7406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0"/>
                <a:gridCol w="2322195"/>
              </a:tblGrid>
              <a:tr h="5246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9083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800" spc="-5" b="1">
                          <a:latin typeface="Calibri"/>
                          <a:cs typeface="Calibri"/>
                        </a:rPr>
                        <a:t>Percept</a:t>
                      </a:r>
                      <a:r>
                        <a:rPr dirty="0" sz="8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35" b="1">
                          <a:latin typeface="Calibri"/>
                          <a:cs typeface="Calibri"/>
                        </a:rPr>
                        <a:t>(کاردا)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R="133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800" spc="-10" b="1">
                          <a:latin typeface="Calibri"/>
                          <a:cs typeface="Calibri"/>
                        </a:rPr>
                        <a:t>Action</a:t>
                      </a:r>
                      <a:r>
                        <a:rPr dirty="0" sz="8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 b="1">
                          <a:latin typeface="Calibri"/>
                          <a:cs typeface="Calibri"/>
                        </a:rPr>
                        <a:t>(لمع)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3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0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12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ک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13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-10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12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رد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13335">
                        <a:lnSpc>
                          <a:spcPct val="100000"/>
                        </a:lnSpc>
                      </a:pPr>
                      <a:r>
                        <a:rPr dirty="0" sz="800" spc="-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702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ع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8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-6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و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819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2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ح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ح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ع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60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ث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ت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022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2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ق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ط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ث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638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ت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ق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ط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25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-13888" sz="120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baseline="-13888" sz="1200" spc="8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96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50">
                          <a:latin typeface="Calibri"/>
                          <a:cs typeface="Calibri"/>
                        </a:rPr>
                        <a:t>دنکمی</a:t>
                      </a:r>
                      <a:r>
                        <a:rPr dirty="0" sz="800" spc="-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60">
                          <a:latin typeface="Calibri"/>
                          <a:cs typeface="Calibri"/>
                        </a:rPr>
                        <a:t>لاسرا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0">
                          <a:latin typeface="Calibri"/>
                          <a:cs typeface="Calibri"/>
                        </a:rPr>
                        <a:t>تنت</a:t>
                      </a:r>
                      <a:r>
                        <a:rPr dirty="0" baseline="24305" sz="1200" spc="-300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baseline="24305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85">
                          <a:latin typeface="Calibri"/>
                          <a:cs typeface="Calibri"/>
                        </a:rPr>
                        <a:t>نیا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35">
                          <a:latin typeface="Calibri"/>
                          <a:cs typeface="Calibri"/>
                        </a:rPr>
                        <a:t>قیرط</a:t>
                      </a:r>
                      <a:r>
                        <a:rPr dirty="0" sz="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5">
                          <a:latin typeface="Calibri"/>
                          <a:cs typeface="Calibri"/>
                        </a:rPr>
                        <a:t>ار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تاعلاطا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85">
                          <a:latin typeface="Calibri"/>
                          <a:cs typeface="Calibri"/>
                        </a:rPr>
                        <a:t>لفق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302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5">
                          <a:latin typeface="Calibri"/>
                          <a:cs typeface="Calibri"/>
                        </a:rPr>
                        <a:t>اه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ع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ط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ض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394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ط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ض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3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20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جن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2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ع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517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2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چ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ت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96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30">
                          <a:latin typeface="Calibri"/>
                          <a:cs typeface="Calibri"/>
                        </a:rPr>
                        <a:t>ق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ط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3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2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چ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4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36550">
                        <a:lnSpc>
                          <a:spcPct val="100000"/>
                        </a:lnSpc>
                      </a:pPr>
                      <a:r>
                        <a:rPr dirty="0" sz="800" spc="-1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8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64515">
                        <a:lnSpc>
                          <a:spcPct val="100000"/>
                        </a:lnSpc>
                      </a:pPr>
                      <a:r>
                        <a:rPr dirty="0" baseline="3472" sz="1200" spc="22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3472" sz="1200" spc="-9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6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1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ع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baseline="3472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02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baseline="3472" sz="1200" spc="37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baseline="3472" sz="1200" spc="-1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7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baseline="3472" sz="1200" spc="-44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 spc="-6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2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baseline="3472" sz="1200" spc="-9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3472" sz="1200" spc="-2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ق</a:t>
                      </a:r>
                      <a:endParaRPr baseline="3472" sz="12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602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73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1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 spc="-90">
                          <a:latin typeface="Calibri"/>
                          <a:cs typeface="Calibri"/>
                        </a:rPr>
                        <a:t>چ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1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F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C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152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baseline="3472" sz="1200" spc="-15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3472" sz="1200" spc="22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baseline="3472" sz="1200" spc="-172">
                          <a:latin typeface="Calibri"/>
                          <a:cs typeface="Calibri"/>
                        </a:rPr>
                        <a:t>چ</a:t>
                      </a:r>
                      <a:r>
                        <a:rPr dirty="0" baseline="3472" sz="1200" spc="-7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3472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7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baseline="3472" sz="1200" spc="-44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 spc="-6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2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baseline="3472" sz="1200" spc="-9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3472" sz="1200" spc="-2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ق</a:t>
                      </a:r>
                      <a:r>
                        <a:rPr dirty="0" baseline="3472"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baseline="3472" sz="1200" spc="-7">
                          <a:latin typeface="Calibri"/>
                          <a:cs typeface="Calibri"/>
                        </a:rPr>
                        <a:t>F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baseline="3472"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5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3472" sz="1200" spc="-9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6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1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ع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م</a:t>
                      </a:r>
                      <a:endParaRPr baseline="3472" sz="12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5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40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35">
                          <a:latin typeface="Calibri"/>
                          <a:cs typeface="Calibri"/>
                        </a:rPr>
                        <a:t>ث</a:t>
                      </a:r>
                      <a:r>
                        <a:rPr dirty="0" sz="800" spc="3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-5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96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baseline="3472" sz="1200" spc="-209">
                          <a:latin typeface="Calibri"/>
                          <a:cs typeface="Calibri"/>
                        </a:rPr>
                        <a:t>دشاب</a:t>
                      </a:r>
                      <a:r>
                        <a:rPr dirty="0" baseline="3472" sz="1200" spc="-1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79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-12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77">
                          <a:latin typeface="Calibri"/>
                          <a:cs typeface="Calibri"/>
                        </a:rPr>
                        <a:t>تعم</a:t>
                      </a:r>
                      <a:r>
                        <a:rPr dirty="0" baseline="3472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92">
                          <a:latin typeface="Calibri"/>
                          <a:cs typeface="Calibri"/>
                        </a:rPr>
                        <a:t>ثوتولب</a:t>
                      </a:r>
                      <a:r>
                        <a:rPr dirty="0" baseline="3472" sz="1200" spc="-2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315">
                          <a:latin typeface="Calibri"/>
                          <a:cs typeface="Calibri"/>
                        </a:rPr>
                        <a:t>هاگتسد</a:t>
                      </a:r>
                      <a:r>
                        <a:rPr dirty="0" baseline="3472" sz="12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09">
                          <a:latin typeface="Calibri"/>
                          <a:cs typeface="Calibri"/>
                        </a:rPr>
                        <a:t>رگا</a:t>
                      </a:r>
                      <a:r>
                        <a:rPr dirty="0" baseline="3472" sz="1200" spc="-12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42">
                          <a:latin typeface="Calibri"/>
                          <a:cs typeface="Calibri"/>
                        </a:rPr>
                        <a:t>دوشمی</a:t>
                      </a:r>
                      <a:r>
                        <a:rPr dirty="0" baseline="3472" sz="1200" spc="-9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09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baseline="3472" sz="1200" spc="-14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77">
                          <a:latin typeface="Calibri"/>
                          <a:cs typeface="Calibri"/>
                        </a:rPr>
                        <a:t>لفق</a:t>
                      </a:r>
                      <a:endParaRPr baseline="3472" sz="12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0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2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6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905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baseline="3472" sz="1200" spc="22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3472" sz="1200" spc="-9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6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1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ع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baseline="3472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3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baseline="3472" sz="1200" spc="-7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baseline="3472" sz="1200" spc="-89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 spc="-7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baseline="3472" sz="12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7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baseline="3472" sz="1200" spc="-44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 spc="-6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2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baseline="3472" sz="1200" spc="15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می</a:t>
                      </a:r>
                      <a:r>
                        <a:rPr dirty="0" baseline="3472" sz="1200" spc="-9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baseline="3472" sz="1200" spc="-2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5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baseline="3472" sz="1200" spc="7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baseline="3472" sz="1200">
                          <a:latin typeface="Calibri"/>
                          <a:cs typeface="Calibri"/>
                        </a:rPr>
                        <a:t>ق</a:t>
                      </a:r>
                      <a:endParaRPr baseline="3472" sz="12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4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97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-10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ن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زا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00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baseline="3472" sz="1200" spc="-209">
                          <a:latin typeface="Calibri"/>
                          <a:cs typeface="Calibri"/>
                        </a:rPr>
                        <a:t>دشاب</a:t>
                      </a:r>
                      <a:r>
                        <a:rPr dirty="0" baseline="3472" sz="1200" spc="-97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79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-12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77">
                          <a:latin typeface="Calibri"/>
                          <a:cs typeface="Calibri"/>
                        </a:rPr>
                        <a:t>تعم</a:t>
                      </a:r>
                      <a:r>
                        <a:rPr dirty="0" baseline="3472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09">
                          <a:latin typeface="Calibri"/>
                          <a:cs typeface="Calibri"/>
                        </a:rPr>
                        <a:t>درارفنیا</a:t>
                      </a:r>
                      <a:r>
                        <a:rPr dirty="0" baseline="3472" sz="1200" spc="-8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315">
                          <a:latin typeface="Calibri"/>
                          <a:cs typeface="Calibri"/>
                        </a:rPr>
                        <a:t>هاگتسد</a:t>
                      </a:r>
                      <a:r>
                        <a:rPr dirty="0" baseline="3472" sz="12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09">
                          <a:latin typeface="Calibri"/>
                          <a:cs typeface="Calibri"/>
                        </a:rPr>
                        <a:t>رگا</a:t>
                      </a:r>
                      <a:r>
                        <a:rPr dirty="0" baseline="3472" sz="12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142">
                          <a:latin typeface="Calibri"/>
                          <a:cs typeface="Calibri"/>
                        </a:rPr>
                        <a:t>دوشمی</a:t>
                      </a:r>
                      <a:r>
                        <a:rPr dirty="0" baseline="3472" sz="1200" spc="-8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09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baseline="3472" sz="12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472" sz="1200" spc="-277">
                          <a:latin typeface="Calibri"/>
                          <a:cs typeface="Calibri"/>
                        </a:rPr>
                        <a:t>لفق</a:t>
                      </a:r>
                      <a:endParaRPr baseline="3472" sz="12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30">
                          <a:latin typeface="Calibri"/>
                          <a:cs typeface="Calibri"/>
                        </a:rPr>
                        <a:t>ک</a:t>
                      </a:r>
                      <a:r>
                        <a:rPr dirty="0" sz="800" spc="-12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13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baseline="24305" sz="1200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baseline="24305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5">
                          <a:latin typeface="Calibri"/>
                          <a:cs typeface="Calibri"/>
                        </a:rPr>
                        <a:t>م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ب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ز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ه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د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س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5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40">
                          <a:latin typeface="Calibri"/>
                          <a:cs typeface="Calibri"/>
                        </a:rPr>
                        <a:t>دشاب</a:t>
                      </a:r>
                      <a:r>
                        <a:rPr dirty="0" sz="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65">
                          <a:latin typeface="Calibri"/>
                          <a:cs typeface="Calibri"/>
                        </a:rPr>
                        <a:t>هتشاد</a:t>
                      </a:r>
                      <a:r>
                        <a:rPr dirty="0" sz="8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20">
                          <a:latin typeface="Calibri"/>
                          <a:cs typeface="Calibri"/>
                        </a:rPr>
                        <a:t>تقباطم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29">
                          <a:latin typeface="Calibri"/>
                          <a:cs typeface="Calibri"/>
                        </a:rPr>
                        <a:t>کیت</a:t>
                      </a:r>
                      <a:r>
                        <a:rPr dirty="0" baseline="24305" sz="1200" spc="-345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baseline="24305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0">
                          <a:latin typeface="Calibri"/>
                          <a:cs typeface="Calibri"/>
                        </a:rPr>
                        <a:t>مویب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یاههداد</a:t>
                      </a:r>
                      <a:r>
                        <a:rPr dirty="0" sz="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40">
                          <a:latin typeface="Calibri"/>
                          <a:cs typeface="Calibri"/>
                        </a:rPr>
                        <a:t>رگا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95">
                          <a:latin typeface="Calibri"/>
                          <a:cs typeface="Calibri"/>
                        </a:rPr>
                        <a:t>دوشمی</a:t>
                      </a:r>
                      <a:r>
                        <a:rPr dirty="0" sz="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40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85">
                          <a:latin typeface="Calibri"/>
                          <a:cs typeface="Calibri"/>
                        </a:rPr>
                        <a:t>لفق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4663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0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ت</a:t>
                      </a:r>
                      <a:r>
                        <a:rPr dirty="0" sz="800" spc="-114">
                          <a:latin typeface="Calibri"/>
                          <a:cs typeface="Calibri"/>
                        </a:rPr>
                        <a:t>ف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ر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5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و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گ</a:t>
                      </a:r>
                      <a:r>
                        <a:rPr dirty="0" sz="800" spc="10">
                          <a:latin typeface="Calibri"/>
                          <a:cs typeface="Calibri"/>
                        </a:rPr>
                        <a:t>ل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ا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ص</a:t>
                      </a:r>
                      <a:r>
                        <a:rPr dirty="0" sz="800" spc="5">
                          <a:latin typeface="Calibri"/>
                          <a:cs typeface="Calibri"/>
                        </a:rPr>
                        <a:t>ی</a:t>
                      </a:r>
                      <a:r>
                        <a:rPr dirty="0" sz="800" spc="-5">
                          <a:latin typeface="Calibri"/>
                          <a:cs typeface="Calibri"/>
                        </a:rPr>
                        <a:t>خ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ش</a:t>
                      </a:r>
                      <a:r>
                        <a:rPr dirty="0" sz="800">
                          <a:latin typeface="Calibri"/>
                          <a:cs typeface="Calibri"/>
                        </a:rPr>
                        <a:t>ت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9525">
                      <a:solidFill>
                        <a:srgbClr val="C4C6C5"/>
                      </a:solidFill>
                      <a:prstDash val="solid"/>
                    </a:lnL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5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40">
                          <a:latin typeface="Calibri"/>
                          <a:cs typeface="Calibri"/>
                        </a:rPr>
                        <a:t>دشاب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60">
                          <a:latin typeface="Calibri"/>
                          <a:cs typeface="Calibri"/>
                        </a:rPr>
                        <a:t>هتشاد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20">
                          <a:latin typeface="Calibri"/>
                          <a:cs typeface="Calibri"/>
                        </a:rPr>
                        <a:t>تقباطم</a:t>
                      </a:r>
                      <a:r>
                        <a:rPr dirty="0"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70">
                          <a:latin typeface="Calibri"/>
                          <a:cs typeface="Calibri"/>
                        </a:rPr>
                        <a:t>یراتفر</a:t>
                      </a:r>
                      <a:r>
                        <a:rPr dirty="0" sz="8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30">
                          <a:latin typeface="Calibri"/>
                          <a:cs typeface="Calibri"/>
                        </a:rPr>
                        <a:t>یوگلا</a:t>
                      </a:r>
                      <a:r>
                        <a:rPr dirty="0" sz="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40">
                          <a:latin typeface="Calibri"/>
                          <a:cs typeface="Calibri"/>
                        </a:rPr>
                        <a:t>رگا</a:t>
                      </a:r>
                      <a:r>
                        <a:rPr dirty="0" sz="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95">
                          <a:latin typeface="Calibri"/>
                          <a:cs typeface="Calibri"/>
                        </a:rPr>
                        <a:t>دوشمی</a:t>
                      </a:r>
                      <a:r>
                        <a:rPr dirty="0" sz="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40">
                          <a:latin typeface="Calibri"/>
                          <a:cs typeface="Calibri"/>
                        </a:rPr>
                        <a:t>زاب</a:t>
                      </a:r>
                      <a:r>
                        <a:rPr dirty="0" sz="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85">
                          <a:latin typeface="Calibri"/>
                          <a:cs typeface="Calibri"/>
                        </a:rPr>
                        <a:t>لفق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59658" y="819657"/>
            <a:ext cx="1055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5">
                <a:latin typeface="Calibri"/>
                <a:cs typeface="Calibri"/>
              </a:rPr>
              <a:t>ن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630">
                <a:latin typeface="Calibri"/>
                <a:cs typeface="Calibri"/>
              </a:rPr>
              <a:t>ت</a:t>
            </a:r>
            <a:r>
              <a:rPr dirty="0" sz="1200" spc="-495">
                <a:latin typeface="Calibri"/>
                <a:cs typeface="Calibri"/>
              </a:rPr>
              <a:t>ی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670">
                <a:latin typeface="Calibri"/>
                <a:cs typeface="Calibri"/>
              </a:rPr>
              <a:t>پ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ی</a:t>
            </a:r>
            <a:r>
              <a:rPr dirty="0" sz="1200" spc="35">
                <a:latin typeface="Calibri"/>
                <a:cs typeface="Calibri"/>
              </a:rPr>
              <a:t>ز</a:t>
            </a:r>
            <a:r>
              <a:rPr dirty="0" sz="1200" spc="20">
                <a:latin typeface="Calibri"/>
                <a:cs typeface="Calibri"/>
              </a:rPr>
              <a:t>ا</a:t>
            </a:r>
            <a:r>
              <a:rPr dirty="0" sz="1200" spc="-325">
                <a:latin typeface="Calibri"/>
                <a:cs typeface="Calibri"/>
              </a:rPr>
              <a:t>س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350">
                <a:latin typeface="Calibri"/>
                <a:cs typeface="Calibri"/>
              </a:rPr>
              <a:t>ه</a:t>
            </a:r>
            <a:r>
              <a:rPr dirty="0" sz="1200" spc="-15">
                <a:latin typeface="Calibri"/>
                <a:cs typeface="Calibri"/>
              </a:rPr>
              <a:t>د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670">
                <a:latin typeface="Calibri"/>
                <a:cs typeface="Calibri"/>
              </a:rPr>
              <a:t>پ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8984" y="1424339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 h="0">
                <a:moveTo>
                  <a:pt x="0" y="0"/>
                </a:moveTo>
                <a:lnTo>
                  <a:pt x="86716" y="0"/>
                </a:lnTo>
              </a:path>
            </a:pathLst>
          </a:custGeom>
          <a:ln w="5745">
            <a:solidFill>
              <a:srgbClr val="DBDB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19124" y="1166519"/>
            <a:ext cx="2933065" cy="801370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  <a:tabLst>
                <a:tab pos="576580" algn="l"/>
              </a:tabLst>
            </a:pPr>
            <a:r>
              <a:rPr dirty="0" sz="700" spc="-5">
                <a:solidFill>
                  <a:srgbClr val="559CD5"/>
                </a:solidFill>
                <a:latin typeface="Calibri"/>
                <a:cs typeface="Calibri"/>
              </a:rPr>
              <a:t>class	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26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26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DCDCAA"/>
                </a:solidFill>
                <a:latin typeface="Calibri"/>
                <a:cs typeface="Calibri"/>
              </a:rPr>
              <a:t>init__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2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559CD5"/>
                </a:solidFill>
                <a:latin typeface="Calibri"/>
                <a:cs typeface="Calibri"/>
              </a:rPr>
              <a:t>True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-1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press_key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r>
              <a:rPr dirty="0" sz="700" spc="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559CD5"/>
                </a:solidFill>
                <a:latin typeface="Calibri"/>
                <a:cs typeface="Calibri"/>
              </a:rPr>
              <a:t>not</a:t>
            </a:r>
            <a:r>
              <a:rPr dirty="0" sz="700" spc="2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remote_command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command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-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command</a:t>
            </a:r>
            <a:r>
              <a:rPr dirty="0" sz="700" spc="-1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1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CE9178"/>
                </a:solidFill>
                <a:latin typeface="Calibri"/>
                <a:cs typeface="Calibri"/>
              </a:rPr>
              <a:t>'UNLOCK'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5">
                <a:solidFill>
                  <a:srgbClr val="C585C0"/>
                </a:solidFill>
                <a:latin typeface="Calibri"/>
                <a:cs typeface="Calibri"/>
              </a:rPr>
              <a:t>elif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command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CE9178"/>
                </a:solidFill>
                <a:latin typeface="Calibri"/>
                <a:cs typeface="Calibri"/>
              </a:rPr>
              <a:t>'LOCK'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559CD5"/>
                </a:solidFill>
                <a:latin typeface="Calibri"/>
                <a:cs typeface="Calibri"/>
              </a:rPr>
              <a:t>True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Calibri"/>
              <a:cs typeface="Calibri"/>
            </a:endParaRPr>
          </a:p>
          <a:p>
            <a:pPr marL="12700" marR="708025">
              <a:lnSpc>
                <a:spcPct val="1171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2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enter_password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input_password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actual_password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10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input_password</a:t>
            </a:r>
            <a:r>
              <a:rPr dirty="0" sz="700" spc="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actual_password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Calibri"/>
              <a:cs typeface="Calibri"/>
            </a:endParaRPr>
          </a:p>
          <a:p>
            <a:pPr marL="12700" marR="464184">
              <a:lnSpc>
                <a:spcPct val="1171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1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fingerprint_detected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input_fingerprint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actual_fingerprint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10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input_fingerprint</a:t>
            </a:r>
            <a:r>
              <a:rPr dirty="0" sz="700" spc="2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actual_fingerprint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1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voice_detected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input_voice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actual_voice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input_voice </a:t>
            </a:r>
            <a:r>
              <a:rPr dirty="0" sz="7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actual_voice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wifi_connected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700">
              <a:latin typeface="Calibri"/>
              <a:cs typeface="Calibri"/>
            </a:endParaRPr>
          </a:p>
          <a:p>
            <a:pPr marL="12700" marR="9525">
              <a:lnSpc>
                <a:spcPct val="114300"/>
              </a:lnSpc>
              <a:spcBef>
                <a:spcPts val="25"/>
              </a:spcBef>
            </a:pP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70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This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A9954"/>
                </a:solidFill>
                <a:latin typeface="Calibri"/>
                <a:cs typeface="Calibri"/>
              </a:rPr>
              <a:t>function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needs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6A9954"/>
                </a:solidFill>
                <a:latin typeface="Calibri"/>
                <a:cs typeface="Calibri"/>
              </a:rPr>
              <a:t>to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A9954"/>
                </a:solidFill>
                <a:latin typeface="Calibri"/>
                <a:cs typeface="Calibri"/>
              </a:rPr>
              <a:t>be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implemented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according</a:t>
            </a:r>
            <a:r>
              <a:rPr dirty="0" sz="700" spc="2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6A9954"/>
                </a:solidFill>
                <a:latin typeface="Calibri"/>
                <a:cs typeface="Calibri"/>
              </a:rPr>
              <a:t>to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A9954"/>
                </a:solidFill>
                <a:latin typeface="Calibri"/>
                <a:cs typeface="Calibri"/>
              </a:rPr>
              <a:t>your</a:t>
            </a:r>
            <a:r>
              <a:rPr dirty="0" sz="700" spc="1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specific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A9954"/>
                </a:solidFill>
                <a:latin typeface="Calibri"/>
                <a:cs typeface="Calibri"/>
              </a:rPr>
              <a:t>environment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585C0"/>
                </a:solidFill>
                <a:latin typeface="Calibri"/>
                <a:cs typeface="Calibri"/>
              </a:rPr>
              <a:t>pass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-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log_activity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700">
              <a:latin typeface="Calibri"/>
              <a:cs typeface="Calibri"/>
            </a:endParaRPr>
          </a:p>
          <a:p>
            <a:pPr marL="12700" marR="5080">
              <a:lnSpc>
                <a:spcPct val="117100"/>
              </a:lnSpc>
            </a:pP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#</a:t>
            </a:r>
            <a:r>
              <a:rPr dirty="0" sz="70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This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A9954"/>
                </a:solidFill>
                <a:latin typeface="Calibri"/>
                <a:cs typeface="Calibri"/>
              </a:rPr>
              <a:t>function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needs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6A9954"/>
                </a:solidFill>
                <a:latin typeface="Calibri"/>
                <a:cs typeface="Calibri"/>
              </a:rPr>
              <a:t>to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A9954"/>
                </a:solidFill>
                <a:latin typeface="Calibri"/>
                <a:cs typeface="Calibri"/>
              </a:rPr>
              <a:t>be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implemented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according</a:t>
            </a:r>
            <a:r>
              <a:rPr dirty="0" sz="700" spc="2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6A9954"/>
                </a:solidFill>
                <a:latin typeface="Calibri"/>
                <a:cs typeface="Calibri"/>
              </a:rPr>
              <a:t>to</a:t>
            </a:r>
            <a:r>
              <a:rPr dirty="0" sz="700" spc="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A9954"/>
                </a:solidFill>
                <a:latin typeface="Calibri"/>
                <a:cs typeface="Calibri"/>
              </a:rPr>
              <a:t>your</a:t>
            </a:r>
            <a:r>
              <a:rPr dirty="0" sz="700" spc="10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specific</a:t>
            </a:r>
            <a:r>
              <a:rPr dirty="0" sz="700" spc="4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6A9954"/>
                </a:solidFill>
                <a:latin typeface="Calibri"/>
                <a:cs typeface="Calibri"/>
              </a:rPr>
              <a:t>environment </a:t>
            </a:r>
            <a:r>
              <a:rPr dirty="0" sz="700" spc="-5">
                <a:solidFill>
                  <a:srgbClr val="6A9954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585C0"/>
                </a:solidFill>
                <a:latin typeface="Calibri"/>
                <a:cs typeface="Calibri"/>
              </a:rPr>
              <a:t>pass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Calibri"/>
              <a:cs typeface="Calibri"/>
            </a:endParaRPr>
          </a:p>
          <a:p>
            <a:pPr marL="12700" marR="1165225">
              <a:lnSpc>
                <a:spcPct val="117100"/>
              </a:lnSpc>
              <a:spcBef>
                <a:spcPts val="5"/>
              </a:spcBef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1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face_detected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input_face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actual_face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700" spc="-14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input_face</a:t>
            </a:r>
            <a:r>
              <a:rPr dirty="0" sz="70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actual_face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card_used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input_card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actual_card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input_card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actual_card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Calibri"/>
              <a:cs typeface="Calibri"/>
            </a:endParaRPr>
          </a:p>
          <a:p>
            <a:pPr marL="12700" marR="808990">
              <a:lnSpc>
                <a:spcPct val="1171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1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nfc_tag_detected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input_nfc_tag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actual_nfc_tag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10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input_nfc_tag</a:t>
            </a:r>
            <a:r>
              <a:rPr dirty="0" sz="700" spc="2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actual_nfc_tag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50">
              <a:latin typeface="Calibri"/>
              <a:cs typeface="Calibri"/>
            </a:endParaRPr>
          </a:p>
          <a:p>
            <a:pPr marL="12700" marR="518795">
              <a:lnSpc>
                <a:spcPct val="1171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1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bluetooth_device_detected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input_device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actual_device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input_device</a:t>
            </a:r>
            <a:r>
              <a:rPr dirty="0" sz="700" spc="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actual_device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Calibri"/>
              <a:cs typeface="Calibri"/>
            </a:endParaRPr>
          </a:p>
          <a:p>
            <a:pPr marL="12700" marR="744855">
              <a:lnSpc>
                <a:spcPct val="117100"/>
              </a:lnSpc>
              <a:spcBef>
                <a:spcPts val="5"/>
              </a:spcBef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1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wifi_device_detected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input_device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actual_device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input_device</a:t>
            </a:r>
            <a:r>
              <a:rPr dirty="0" sz="700" spc="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actual_device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Calibri"/>
              <a:cs typeface="Calibri"/>
            </a:endParaRPr>
          </a:p>
          <a:p>
            <a:pPr marL="12700" marR="586105">
              <a:lnSpc>
                <a:spcPct val="1174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15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infrared_device_detected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input_device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actual_device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input_device</a:t>
            </a:r>
            <a:r>
              <a:rPr dirty="0" sz="700" spc="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actual_device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Calibri"/>
              <a:cs typeface="Calibri"/>
            </a:endParaRPr>
          </a:p>
          <a:p>
            <a:pPr marL="12700" marR="741680">
              <a:lnSpc>
                <a:spcPct val="117100"/>
              </a:lnSpc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2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biometric_data_detected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input_data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actual_data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input_data</a:t>
            </a:r>
            <a:r>
              <a:rPr dirty="0" sz="700" spc="15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actual_data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 marL="12700" marR="445770">
              <a:lnSpc>
                <a:spcPct val="117400"/>
              </a:lnSpc>
              <a:spcBef>
                <a:spcPts val="5"/>
              </a:spcBef>
            </a:pPr>
            <a:r>
              <a:rPr dirty="0" sz="700" spc="-15">
                <a:solidFill>
                  <a:srgbClr val="559CD5"/>
                </a:solidFill>
                <a:latin typeface="Calibri"/>
                <a:cs typeface="Calibri"/>
              </a:rPr>
              <a:t>def</a:t>
            </a:r>
            <a:r>
              <a:rPr dirty="0" sz="700" spc="20">
                <a:solidFill>
                  <a:srgbClr val="559CD5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DCDCAA"/>
                </a:solidFill>
                <a:latin typeface="Calibri"/>
                <a:cs typeface="Calibri"/>
              </a:rPr>
              <a:t>behavior_pattern_detected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(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1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input_pattern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,</a:t>
            </a:r>
            <a:r>
              <a:rPr dirty="0" sz="700" spc="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actual_pattern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): </a:t>
            </a:r>
            <a:r>
              <a:rPr dirty="0" sz="700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585C0"/>
                </a:solidFill>
                <a:latin typeface="Calibri"/>
                <a:cs typeface="Calibri"/>
              </a:rPr>
              <a:t>if</a:t>
            </a:r>
            <a:r>
              <a:rPr dirty="0" sz="700" spc="5">
                <a:solidFill>
                  <a:srgbClr val="C585C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input_pattern</a:t>
            </a:r>
            <a:r>
              <a:rPr dirty="0" sz="700" spc="10">
                <a:solidFill>
                  <a:srgbClr val="9CDCFD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D3D3D3"/>
                </a:solidFill>
                <a:latin typeface="Calibri"/>
                <a:cs typeface="Calibri"/>
              </a:rPr>
              <a:t>==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 spc="-5">
                <a:solidFill>
                  <a:srgbClr val="9CDCFD"/>
                </a:solidFill>
                <a:latin typeface="Calibri"/>
                <a:cs typeface="Calibri"/>
              </a:rPr>
              <a:t>actual_pattern</a:t>
            </a:r>
            <a:r>
              <a:rPr dirty="0" sz="700" spc="-5">
                <a:solidFill>
                  <a:srgbClr val="CCCCCC"/>
                </a:solidFill>
                <a:latin typeface="Calibri"/>
                <a:cs typeface="Calibri"/>
              </a:rPr>
              <a:t>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self</a:t>
            </a:r>
            <a:r>
              <a:rPr dirty="0" sz="700" spc="-1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700" spc="-10">
                <a:solidFill>
                  <a:srgbClr val="9CDCFD"/>
                </a:solidFill>
                <a:latin typeface="Calibri"/>
                <a:cs typeface="Calibri"/>
              </a:rPr>
              <a:t>locked </a:t>
            </a:r>
            <a:r>
              <a:rPr dirty="0" sz="700" spc="-5">
                <a:solidFill>
                  <a:srgbClr val="D3D3D3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559CD5"/>
                </a:solidFill>
                <a:latin typeface="Calibri"/>
                <a:cs typeface="Calibri"/>
              </a:rPr>
              <a:t>False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26714" y="862330"/>
            <a:ext cx="87820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heavy" sz="2000" spc="-3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اهـداهنشيپ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0244" y="2404998"/>
            <a:ext cx="6317615" cy="2952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8419">
              <a:lnSpc>
                <a:spcPct val="100000"/>
              </a:lnSpc>
              <a:spcBef>
                <a:spcPts val="100"/>
              </a:spcBef>
            </a:pPr>
            <a:r>
              <a:rPr dirty="0" sz="1200" spc="90">
                <a:latin typeface="Calibri"/>
                <a:cs typeface="Calibri"/>
              </a:rPr>
              <a:t>ت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>
                <a:latin typeface="Calibri"/>
                <a:cs typeface="Calibri"/>
              </a:rPr>
              <a:t>ا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 spc="35">
                <a:latin typeface="Calibri"/>
                <a:cs typeface="Calibri"/>
              </a:rPr>
              <a:t>ز</a:t>
            </a:r>
            <a:r>
              <a:rPr dirty="0" sz="1200" spc="20">
                <a:latin typeface="Calibri"/>
                <a:cs typeface="Calibri"/>
              </a:rPr>
              <a:t>ا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360">
                <a:latin typeface="Calibri"/>
                <a:cs typeface="Calibri"/>
              </a:rPr>
              <a:t>ن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80">
                <a:latin typeface="Calibri"/>
                <a:cs typeface="Calibri"/>
              </a:rPr>
              <a:t>د</a:t>
            </a:r>
            <a:r>
              <a:rPr dirty="0" sz="1200" spc="-50">
                <a:latin typeface="Calibri"/>
                <a:cs typeface="Calibri"/>
              </a:rPr>
              <a:t>ر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40">
                <a:latin typeface="Calibri"/>
                <a:cs typeface="Calibri"/>
              </a:rPr>
              <a:t>م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325">
                <a:latin typeface="Calibri"/>
                <a:cs typeface="Calibri"/>
              </a:rPr>
              <a:t>ن</a:t>
            </a:r>
            <a:r>
              <a:rPr dirty="0" sz="1200" spc="-5">
                <a:latin typeface="Calibri"/>
                <a:cs typeface="Calibri"/>
              </a:rPr>
              <a:t>چ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ه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،</a:t>
            </a: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325">
                <a:latin typeface="Calibri"/>
                <a:cs typeface="Calibri"/>
              </a:rPr>
              <a:t>ن</a:t>
            </a:r>
            <a:r>
              <a:rPr dirty="0" sz="1200" spc="35">
                <a:latin typeface="Calibri"/>
                <a:cs typeface="Calibri"/>
              </a:rPr>
              <a:t>م</a:t>
            </a:r>
            <a:r>
              <a:rPr dirty="0" sz="1200" spc="-385">
                <a:latin typeface="Calibri"/>
                <a:cs typeface="Calibri"/>
              </a:rPr>
              <a:t>ش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165">
                <a:latin typeface="Calibri"/>
                <a:cs typeface="Calibri"/>
              </a:rPr>
              <a:t>ه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ی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165">
                <a:latin typeface="Calibri"/>
                <a:cs typeface="Calibri"/>
              </a:rPr>
              <a:t>ه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35">
                <a:latin typeface="Calibri"/>
                <a:cs typeface="Calibri"/>
              </a:rPr>
              <a:t>ل</a:t>
            </a:r>
            <a:r>
              <a:rPr dirty="0" sz="1200" spc="-515">
                <a:latin typeface="Calibri"/>
                <a:cs typeface="Calibri"/>
              </a:rPr>
              <a:t>ف</a:t>
            </a:r>
            <a:r>
              <a:rPr dirty="0" sz="1200" spc="-320">
                <a:latin typeface="Calibri"/>
                <a:cs typeface="Calibri"/>
              </a:rPr>
              <a:t>ق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د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630">
                <a:latin typeface="Calibri"/>
                <a:cs typeface="Calibri"/>
              </a:rPr>
              <a:t>ب</a:t>
            </a:r>
            <a:r>
              <a:rPr dirty="0" sz="1200" spc="-295">
                <a:latin typeface="Calibri"/>
                <a:cs typeface="Calibri"/>
              </a:rPr>
              <a:t>ه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15">
                <a:latin typeface="Calibri"/>
                <a:cs typeface="Calibri"/>
              </a:rPr>
              <a:t> ی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 spc="-215">
                <a:latin typeface="Calibri"/>
                <a:cs typeface="Calibri"/>
              </a:rPr>
              <a:t>ر</a:t>
            </a:r>
            <a:r>
              <a:rPr dirty="0" sz="1200" spc="-390">
                <a:latin typeface="Calibri"/>
                <a:cs typeface="Calibri"/>
              </a:rPr>
              <a:t>ب</a:t>
            </a:r>
            <a:r>
              <a:rPr dirty="0" sz="1200"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algn="r" marR="55880">
              <a:lnSpc>
                <a:spcPct val="100000"/>
              </a:lnSpc>
            </a:pPr>
            <a:r>
              <a:rPr dirty="0" sz="1200" spc="-235" b="1">
                <a:latin typeface="Calibri"/>
                <a:cs typeface="Calibri"/>
              </a:rPr>
              <a:t>ه</a:t>
            </a:r>
            <a:r>
              <a:rPr dirty="0" sz="1200" spc="-600" b="1">
                <a:latin typeface="Calibri"/>
                <a:cs typeface="Calibri"/>
              </a:rPr>
              <a:t>ت</a:t>
            </a:r>
            <a:r>
              <a:rPr dirty="0" sz="1200" spc="-785" b="1">
                <a:latin typeface="Calibri"/>
                <a:cs typeface="Calibri"/>
              </a:rPr>
              <a:t>ف</a:t>
            </a:r>
            <a:r>
              <a:rPr dirty="0" sz="1200" spc="-210" b="1">
                <a:latin typeface="Calibri"/>
                <a:cs typeface="Calibri"/>
              </a:rPr>
              <a:t>ش</a:t>
            </a:r>
            <a:r>
              <a:rPr dirty="0" baseline="20833" sz="1800" spc="-772" b="1">
                <a:latin typeface="Calibri"/>
                <a:cs typeface="Calibri"/>
              </a:rPr>
              <a:t>ر</a:t>
            </a:r>
            <a:r>
              <a:rPr dirty="0" baseline="20833" sz="1800" b="1">
                <a:latin typeface="Calibri"/>
                <a:cs typeface="Calibri"/>
              </a:rPr>
              <a:t> </a:t>
            </a:r>
            <a:r>
              <a:rPr dirty="0" baseline="20833" sz="1800" spc="-172" b="1">
                <a:latin typeface="Calibri"/>
                <a:cs typeface="Calibri"/>
              </a:rPr>
              <a:t> </a:t>
            </a:r>
            <a:r>
              <a:rPr dirty="0" sz="1200" spc="-470" b="1">
                <a:latin typeface="Calibri"/>
                <a:cs typeface="Calibri"/>
              </a:rPr>
              <a:t>ی</a:t>
            </a:r>
            <a:r>
              <a:rPr dirty="0" sz="1200" spc="-665" b="1">
                <a:latin typeface="Calibri"/>
                <a:cs typeface="Calibri"/>
              </a:rPr>
              <a:t>پ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ی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310" b="1">
                <a:latin typeface="Calibri"/>
                <a:cs typeface="Calibri"/>
              </a:rPr>
              <a:t>ه</a:t>
            </a:r>
            <a:r>
              <a:rPr dirty="0" sz="1200" spc="10" b="1">
                <a:latin typeface="Calibri"/>
                <a:cs typeface="Calibri"/>
              </a:rPr>
              <a:t>ر</a:t>
            </a:r>
            <a:r>
              <a:rPr dirty="0" sz="1200" spc="-180" b="1">
                <a:latin typeface="Calibri"/>
                <a:cs typeface="Calibri"/>
              </a:rPr>
              <a:t>ا</a:t>
            </a:r>
            <a:r>
              <a:rPr dirty="0" sz="1200" spc="30" b="1">
                <a:latin typeface="Calibri"/>
                <a:cs typeface="Calibri"/>
              </a:rPr>
              <a:t>ز</a:t>
            </a:r>
            <a:r>
              <a:rPr dirty="0" sz="1200" spc="-570" b="1">
                <a:latin typeface="Calibri"/>
                <a:cs typeface="Calibri"/>
              </a:rPr>
              <a:t>ف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40" b="1">
                <a:latin typeface="Calibri"/>
                <a:cs typeface="Calibri"/>
              </a:rPr>
              <a:t>م</a:t>
            </a:r>
            <a:r>
              <a:rPr dirty="0" sz="1200" spc="30" b="1">
                <a:latin typeface="Calibri"/>
                <a:cs typeface="Calibri"/>
              </a:rPr>
              <a:t>ر</a:t>
            </a:r>
            <a:r>
              <a:rPr dirty="0" sz="1200" spc="-355" b="1">
                <a:latin typeface="Calibri"/>
                <a:cs typeface="Calibri"/>
              </a:rPr>
              <a:t>ن</a:t>
            </a:r>
            <a:r>
              <a:rPr dirty="0" sz="1200" spc="-110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ز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380" b="1">
                <a:latin typeface="Calibri"/>
                <a:cs typeface="Calibri"/>
              </a:rPr>
              <a:t>ه</a:t>
            </a:r>
            <a:r>
              <a:rPr dirty="0" sz="1200" b="1">
                <a:latin typeface="Calibri"/>
                <a:cs typeface="Calibri"/>
              </a:rPr>
              <a:t>د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600" b="1">
                <a:latin typeface="Calibri"/>
                <a:cs typeface="Calibri"/>
              </a:rPr>
              <a:t>ت</a:t>
            </a:r>
            <a:r>
              <a:rPr dirty="0" sz="1200" spc="-305" b="1">
                <a:latin typeface="Calibri"/>
                <a:cs typeface="Calibri"/>
              </a:rPr>
              <a:t>س</a:t>
            </a:r>
            <a:r>
              <a:rPr dirty="0" sz="1200" b="1">
                <a:latin typeface="Calibri"/>
                <a:cs typeface="Calibri"/>
              </a:rPr>
              <a:t>ا</a:t>
            </a:r>
            <a:endParaRPr sz="1200">
              <a:latin typeface="Calibri"/>
              <a:cs typeface="Calibri"/>
            </a:endParaRPr>
          </a:p>
          <a:p>
            <a:pPr algn="r" marR="59055">
              <a:lnSpc>
                <a:spcPct val="100000"/>
              </a:lnSpc>
              <a:spcBef>
                <a:spcPts val="1420"/>
              </a:spcBef>
            </a:pPr>
            <a:r>
              <a:rPr dirty="0" sz="1200" spc="-185">
                <a:latin typeface="Calibri"/>
                <a:cs typeface="Calibri"/>
              </a:rPr>
              <a:t>لیح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هار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7">
                <a:latin typeface="Calibri"/>
                <a:cs typeface="Calibri"/>
              </a:rPr>
              <a:t> </a:t>
            </a:r>
            <a:r>
              <a:rPr dirty="0" sz="1200" spc="-140">
                <a:latin typeface="Calibri"/>
                <a:cs typeface="Calibri"/>
              </a:rPr>
              <a:t>ظفاحم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300">
                <a:latin typeface="Calibri"/>
                <a:cs typeface="Calibri"/>
              </a:rPr>
              <a:t>گینوت</a:t>
            </a:r>
            <a:r>
              <a:rPr dirty="0" baseline="25462" sz="1800" spc="-450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کلا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ةدیدپ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90">
                <a:latin typeface="Calibri"/>
                <a:cs typeface="Calibri"/>
              </a:rPr>
              <a:t>ناونع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25">
                <a:latin typeface="Calibri"/>
                <a:cs typeface="Calibri"/>
              </a:rPr>
              <a:t>،دناهدش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35">
                <a:latin typeface="Calibri"/>
                <a:cs typeface="Calibri"/>
              </a:rPr>
              <a:t>خارط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ندش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که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یت</a:t>
            </a:r>
            <a:r>
              <a:rPr dirty="0" baseline="-4629" sz="1800" spc="-15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گولج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80">
                <a:latin typeface="Calibri"/>
                <a:cs typeface="Calibri"/>
              </a:rPr>
              <a:t>هک</a:t>
            </a:r>
            <a:r>
              <a:rPr dirty="0" sz="1200" spc="-13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یرتدیدج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رازفا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مرن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endParaRPr sz="1200">
              <a:latin typeface="Calibri"/>
              <a:cs typeface="Calibri"/>
            </a:endParaRPr>
          </a:p>
          <a:p>
            <a:pPr algn="r" marR="60325">
              <a:lnSpc>
                <a:spcPct val="100000"/>
              </a:lnSpc>
              <a:spcBef>
                <a:spcPts val="20"/>
              </a:spcBef>
            </a:pPr>
            <a:r>
              <a:rPr dirty="0" sz="1200" spc="-125">
                <a:latin typeface="Calibri"/>
                <a:cs typeface="Calibri"/>
              </a:rPr>
              <a:t>ت</a:t>
            </a:r>
            <a:r>
              <a:rPr dirty="0" sz="1200" spc="-145">
                <a:latin typeface="Calibri"/>
                <a:cs typeface="Calibri"/>
              </a:rPr>
              <a:t>س</a:t>
            </a:r>
            <a:r>
              <a:rPr dirty="0" sz="1200">
                <a:latin typeface="Calibri"/>
                <a:cs typeface="Calibri"/>
              </a:rPr>
              <a:t>ا </a:t>
            </a:r>
            <a:r>
              <a:rPr dirty="0" sz="1200" spc="-80">
                <a:latin typeface="Calibri"/>
                <a:cs typeface="Calibri"/>
              </a:rPr>
              <a:t>ل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630">
                <a:latin typeface="Calibri"/>
                <a:cs typeface="Calibri"/>
              </a:rPr>
              <a:t>ب</a:t>
            </a:r>
            <a:r>
              <a:rPr dirty="0" sz="1200" spc="-320">
                <a:latin typeface="Calibri"/>
                <a:cs typeface="Calibri"/>
              </a:rPr>
              <a:t>ق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35">
                <a:latin typeface="Calibri"/>
                <a:cs typeface="Calibri"/>
              </a:rPr>
              <a:t>ل</a:t>
            </a:r>
            <a:r>
              <a:rPr dirty="0" sz="1200" spc="-680">
                <a:latin typeface="Calibri"/>
                <a:cs typeface="Calibri"/>
              </a:rPr>
              <a:t>ب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310">
                <a:latin typeface="Calibri"/>
                <a:cs typeface="Calibri"/>
              </a:rPr>
              <a:t>ق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libri"/>
              <a:cs typeface="Calibri"/>
            </a:endParaRPr>
          </a:p>
          <a:p>
            <a:pPr algn="r" marR="55880">
              <a:lnSpc>
                <a:spcPct val="100000"/>
              </a:lnSpc>
            </a:pPr>
            <a:r>
              <a:rPr dirty="0" sz="1200" spc="-409" b="1">
                <a:latin typeface="Calibri"/>
                <a:cs typeface="Calibri"/>
              </a:rPr>
              <a:t>ت</a:t>
            </a:r>
            <a:r>
              <a:rPr dirty="0" baseline="20833" sz="1800" spc="-772" b="1">
                <a:latin typeface="Calibri"/>
                <a:cs typeface="Calibri"/>
              </a:rPr>
              <a:t>ر</a:t>
            </a:r>
            <a:r>
              <a:rPr dirty="0" baseline="20833" sz="1800" spc="60" b="1">
                <a:latin typeface="Calibri"/>
                <a:cs typeface="Calibri"/>
              </a:rPr>
              <a:t> 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290" b="1">
                <a:latin typeface="Calibri"/>
                <a:cs typeface="Calibri"/>
              </a:rPr>
              <a:t>ن</a:t>
            </a:r>
            <a:r>
              <a:rPr dirty="0" sz="1200" spc="-45" b="1">
                <a:latin typeface="Calibri"/>
                <a:cs typeface="Calibri"/>
              </a:rPr>
              <a:t>م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ی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170" b="1">
                <a:latin typeface="Calibri"/>
                <a:cs typeface="Calibri"/>
              </a:rPr>
              <a:t>ه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310" b="1">
                <a:latin typeface="Calibri"/>
                <a:cs typeface="Calibri"/>
              </a:rPr>
              <a:t>ب</a:t>
            </a:r>
            <a:r>
              <a:rPr dirty="0" baseline="-13888" sz="1800" b="1">
                <a:latin typeface="Calibri"/>
                <a:cs typeface="Calibri"/>
              </a:rPr>
              <a:t>ی</a:t>
            </a:r>
            <a:r>
              <a:rPr dirty="0" baseline="-13888" sz="1800" spc="-232" b="1">
                <a:latin typeface="Calibri"/>
                <a:cs typeface="Calibri"/>
              </a:rPr>
              <a:t> 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645" b="1">
                <a:latin typeface="Calibri"/>
                <a:cs typeface="Calibri"/>
              </a:rPr>
              <a:t>ي</a:t>
            </a:r>
            <a:r>
              <a:rPr dirty="0" sz="1200" spc="-40" b="1">
                <a:latin typeface="Calibri"/>
                <a:cs typeface="Calibri"/>
              </a:rPr>
              <a:t>ز</a:t>
            </a:r>
            <a:r>
              <a:rPr dirty="0" sz="1200" spc="10" b="1">
                <a:latin typeface="Calibri"/>
                <a:cs typeface="Calibri"/>
              </a:rPr>
              <a:t>ر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235" b="1">
                <a:latin typeface="Calibri"/>
                <a:cs typeface="Calibri"/>
              </a:rPr>
              <a:t>ه</a:t>
            </a:r>
            <a:r>
              <a:rPr dirty="0" sz="1200" spc="-500" b="1">
                <a:latin typeface="Calibri"/>
                <a:cs typeface="Calibri"/>
              </a:rPr>
              <a:t>ئ</a:t>
            </a:r>
            <a:r>
              <a:rPr dirty="0" sz="1200" spc="-180" b="1">
                <a:latin typeface="Calibri"/>
                <a:cs typeface="Calibri"/>
              </a:rPr>
              <a:t>ا</a:t>
            </a:r>
            <a:r>
              <a:rPr dirty="0" sz="1200" spc="10" b="1">
                <a:latin typeface="Calibri"/>
                <a:cs typeface="Calibri"/>
              </a:rPr>
              <a:t>ر</a:t>
            </a:r>
            <a:r>
              <a:rPr dirty="0" sz="1200" b="1">
                <a:latin typeface="Calibri"/>
                <a:cs typeface="Calibri"/>
              </a:rPr>
              <a:t>ا</a:t>
            </a:r>
            <a:endParaRPr sz="1200">
              <a:latin typeface="Calibri"/>
              <a:cs typeface="Calibri"/>
            </a:endParaRPr>
          </a:p>
          <a:p>
            <a:pPr algn="r" marR="57150">
              <a:lnSpc>
                <a:spcPct val="100000"/>
              </a:lnSpc>
              <a:spcBef>
                <a:spcPts val="1415"/>
              </a:spcBef>
            </a:pP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100">
                <a:latin typeface="Calibri"/>
                <a:cs typeface="Calibri"/>
              </a:rPr>
              <a:t>دنهد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هئارا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مزلا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85">
                <a:latin typeface="Calibri"/>
                <a:cs typeface="Calibri"/>
              </a:rPr>
              <a:t>یاهب</a:t>
            </a:r>
            <a:r>
              <a:rPr dirty="0" baseline="-13888" sz="1800" spc="-127">
                <a:latin typeface="Calibri"/>
                <a:cs typeface="Calibri"/>
              </a:rPr>
              <a:t>.</a:t>
            </a:r>
            <a:r>
              <a:rPr dirty="0" baseline="-13888" sz="1800" spc="-232">
                <a:latin typeface="Calibri"/>
                <a:cs typeface="Calibri"/>
              </a:rPr>
              <a:t> </a:t>
            </a:r>
            <a:r>
              <a:rPr dirty="0" sz="1200" spc="-140">
                <a:latin typeface="Calibri"/>
                <a:cs typeface="Calibri"/>
              </a:rPr>
              <a:t>ایزرا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،دنمشوه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ینما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ثداوح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10">
                <a:latin typeface="Calibri"/>
                <a:cs typeface="Calibri"/>
              </a:rPr>
              <a:t>ندما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65">
                <a:latin typeface="Calibri"/>
                <a:cs typeface="Calibri"/>
              </a:rPr>
              <a:t>شیپ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صوصخ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دیاب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390">
                <a:latin typeface="Calibri"/>
                <a:cs typeface="Calibri"/>
              </a:rPr>
              <a:t>اهتکسر</a:t>
            </a:r>
            <a:r>
              <a:rPr dirty="0" baseline="18518" sz="1800" spc="-585">
                <a:latin typeface="Calibri"/>
                <a:cs typeface="Calibri"/>
              </a:rPr>
              <a:t>ی</a:t>
            </a:r>
            <a:r>
              <a:rPr dirty="0" baseline="18518" sz="1800" spc="367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70">
                <a:latin typeface="Calibri"/>
                <a:cs typeface="Calibri"/>
              </a:rPr>
              <a:t>اهنامزاس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ی</a:t>
            </a:r>
            <a:r>
              <a:rPr dirty="0" baseline="16203" sz="1800" spc="-390">
                <a:latin typeface="Calibri"/>
                <a:cs typeface="Calibri"/>
              </a:rPr>
              <a:t>ی</a:t>
            </a:r>
            <a:r>
              <a:rPr dirty="0" baseline="-4629" sz="1800" spc="585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لوئسم</a:t>
            </a:r>
            <a:endParaRPr sz="1200">
              <a:latin typeface="Calibri"/>
              <a:cs typeface="Calibri"/>
            </a:endParaRPr>
          </a:p>
          <a:p>
            <a:pPr algn="r" marR="60325">
              <a:lnSpc>
                <a:spcPct val="100000"/>
              </a:lnSpc>
              <a:spcBef>
                <a:spcPts val="25"/>
              </a:spcBef>
            </a:pPr>
            <a:r>
              <a:rPr dirty="0" sz="1200" spc="-180">
                <a:latin typeface="Calibri"/>
                <a:cs typeface="Calibri"/>
              </a:rPr>
              <a:t>د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-4629" sz="1800" spc="-405">
                <a:latin typeface="Calibri"/>
                <a:cs typeface="Calibri"/>
              </a:rPr>
              <a:t> </a:t>
            </a:r>
            <a:r>
              <a:rPr dirty="0" baseline="-4629" sz="1800" spc="-157">
                <a:latin typeface="Calibri"/>
                <a:cs typeface="Calibri"/>
              </a:rPr>
              <a:t> </a:t>
            </a:r>
            <a:r>
              <a:rPr dirty="0" sz="1200" spc="-520">
                <a:latin typeface="Calibri"/>
                <a:cs typeface="Calibri"/>
              </a:rPr>
              <a:t>گ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70">
                <a:latin typeface="Calibri"/>
                <a:cs typeface="Calibri"/>
              </a:rPr>
              <a:t>ر</a:t>
            </a:r>
            <a:r>
              <a:rPr dirty="0" sz="1200" spc="-175">
                <a:latin typeface="Calibri"/>
                <a:cs typeface="Calibri"/>
              </a:rPr>
              <a:t>ظ</a:t>
            </a:r>
            <a:r>
              <a:rPr dirty="0" sz="1200" spc="-360">
                <a:latin typeface="Calibri"/>
                <a:cs typeface="Calibri"/>
              </a:rPr>
              <a:t>ن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25">
                <a:latin typeface="Calibri"/>
                <a:cs typeface="Calibri"/>
              </a:rPr>
              <a:t>ر</a:t>
            </a:r>
            <a:r>
              <a:rPr dirty="0" sz="1200">
                <a:latin typeface="Calibri"/>
                <a:cs typeface="Calibri"/>
              </a:rPr>
              <a:t>د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،</a:t>
            </a:r>
            <a:r>
              <a:rPr dirty="0" sz="1200">
                <a:latin typeface="Calibri"/>
                <a:cs typeface="Calibri"/>
              </a:rPr>
              <a:t>ج</a:t>
            </a:r>
            <a:r>
              <a:rPr dirty="0" sz="1200" spc="-520">
                <a:latin typeface="Calibri"/>
                <a:cs typeface="Calibri"/>
              </a:rPr>
              <a:t>ی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630">
                <a:latin typeface="Calibri"/>
                <a:cs typeface="Calibri"/>
              </a:rPr>
              <a:t>ت</a:t>
            </a:r>
            <a:r>
              <a:rPr dirty="0" sz="1200" spc="-360">
                <a:latin typeface="Calibri"/>
                <a:cs typeface="Calibri"/>
              </a:rPr>
              <a:t>ن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35">
                <a:latin typeface="Calibri"/>
                <a:cs typeface="Calibri"/>
              </a:rPr>
              <a:t>ن</a:t>
            </a:r>
            <a:r>
              <a:rPr dirty="0" sz="1200" spc="-520">
                <a:latin typeface="Calibri"/>
                <a:cs typeface="Calibri"/>
              </a:rPr>
              <a:t>ی</a:t>
            </a:r>
            <a:r>
              <a:rPr dirty="0" sz="1200">
                <a:latin typeface="Calibri"/>
                <a:cs typeface="Calibri"/>
              </a:rPr>
              <a:t>ا س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>
                <a:latin typeface="Calibri"/>
                <a:cs typeface="Calibri"/>
              </a:rPr>
              <a:t>ا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 spc="45">
                <a:latin typeface="Calibri"/>
                <a:cs typeface="Calibri"/>
              </a:rPr>
              <a:t>ر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ی</a:t>
            </a:r>
            <a:r>
              <a:rPr dirty="0" sz="1200" spc="-60">
                <a:latin typeface="Calibri"/>
                <a:cs typeface="Calibri"/>
              </a:rPr>
              <a:t>د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630">
                <a:latin typeface="Calibri"/>
                <a:cs typeface="Calibri"/>
              </a:rPr>
              <a:t>ب</a:t>
            </a:r>
            <a:r>
              <a:rPr dirty="0" sz="1200" spc="-270">
                <a:latin typeface="Calibri"/>
                <a:cs typeface="Calibri"/>
              </a:rPr>
              <a:t>ه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35">
                <a:latin typeface="Calibri"/>
                <a:cs typeface="Calibri"/>
              </a:rPr>
              <a:t>ل</a:t>
            </a:r>
            <a:r>
              <a:rPr dirty="0" sz="1200">
                <a:latin typeface="Calibri"/>
                <a:cs typeface="Calibri"/>
              </a:rPr>
              <a:t>ح</a:t>
            </a:r>
            <a:r>
              <a:rPr dirty="0" sz="1200" spc="-395">
                <a:latin typeface="Calibri"/>
                <a:cs typeface="Calibri"/>
              </a:rPr>
              <a:t>ه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 spc="5">
                <a:latin typeface="Calibri"/>
                <a:cs typeface="Calibri"/>
              </a:rPr>
              <a:t>ر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Calibri"/>
              <a:cs typeface="Calibri"/>
            </a:endParaRPr>
          </a:p>
          <a:p>
            <a:pPr algn="r" marR="56515">
              <a:lnSpc>
                <a:spcPct val="100000"/>
              </a:lnSpc>
            </a:pPr>
            <a:r>
              <a:rPr dirty="0" sz="1200" spc="-500" b="1">
                <a:latin typeface="Calibri"/>
                <a:cs typeface="Calibri"/>
              </a:rPr>
              <a:t>ف</a:t>
            </a:r>
            <a:r>
              <a:rPr dirty="0" baseline="30092" sz="1800" b="1">
                <a:latin typeface="Calibri"/>
                <a:cs typeface="Calibri"/>
              </a:rPr>
              <a:t>ی</a:t>
            </a:r>
            <a:r>
              <a:rPr dirty="0" baseline="30092" sz="1800" spc="-15" b="1">
                <a:latin typeface="Calibri"/>
                <a:cs typeface="Calibri"/>
              </a:rPr>
              <a:t> 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340" b="1">
                <a:latin typeface="Calibri"/>
                <a:cs typeface="Calibri"/>
              </a:rPr>
              <a:t>ض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560" b="1">
                <a:latin typeface="Calibri"/>
                <a:cs typeface="Calibri"/>
              </a:rPr>
              <a:t>ک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645" b="1">
                <a:latin typeface="Calibri"/>
                <a:cs typeface="Calibri"/>
              </a:rPr>
              <a:t>ی</a:t>
            </a:r>
            <a:r>
              <a:rPr dirty="0" sz="1200" spc="-645" b="1">
                <a:latin typeface="Calibri"/>
                <a:cs typeface="Calibri"/>
              </a:rPr>
              <a:t>ت</a:t>
            </a:r>
            <a:r>
              <a:rPr dirty="0" baseline="20833" sz="1800" b="1">
                <a:latin typeface="Calibri"/>
                <a:cs typeface="Calibri"/>
              </a:rPr>
              <a:t>ی</a:t>
            </a:r>
            <a:r>
              <a:rPr dirty="0" baseline="20833" sz="1800" spc="60" b="1">
                <a:latin typeface="Calibri"/>
                <a:cs typeface="Calibri"/>
              </a:rPr>
              <a:t> </a:t>
            </a:r>
            <a:r>
              <a:rPr dirty="0" baseline="-4629" sz="1800" spc="-405" b="1">
                <a:latin typeface="Calibri"/>
                <a:cs typeface="Calibri"/>
              </a:rPr>
              <a:t> </a:t>
            </a:r>
            <a:r>
              <a:rPr dirty="0" baseline="-4629" sz="1800" spc="-157" b="1">
                <a:latin typeface="Calibri"/>
                <a:cs typeface="Calibri"/>
              </a:rPr>
              <a:t> </a:t>
            </a:r>
            <a:r>
              <a:rPr dirty="0" sz="1200" spc="-600" b="1">
                <a:latin typeface="Calibri"/>
                <a:cs typeface="Calibri"/>
              </a:rPr>
              <a:t>ف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ی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165" b="1">
                <a:latin typeface="Calibri"/>
                <a:cs typeface="Calibri"/>
              </a:rPr>
              <a:t>ه</a:t>
            </a:r>
            <a:r>
              <a:rPr dirty="0" sz="1200" spc="20" b="1">
                <a:latin typeface="Calibri"/>
                <a:cs typeface="Calibri"/>
              </a:rPr>
              <a:t>ل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315" b="1">
                <a:latin typeface="Calibri"/>
                <a:cs typeface="Calibri"/>
              </a:rPr>
              <a:t>ق</a:t>
            </a:r>
            <a:r>
              <a:rPr dirty="0" sz="1200" spc="-100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ز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40" b="1">
                <a:latin typeface="Calibri"/>
                <a:cs typeface="Calibri"/>
              </a:rPr>
              <a:t>هد</a:t>
            </a:r>
            <a:r>
              <a:rPr dirty="0" sz="1200" spc="-60" b="1">
                <a:latin typeface="Calibri"/>
                <a:cs typeface="Calibri"/>
              </a:rPr>
              <a:t>ا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600" b="1">
                <a:latin typeface="Calibri"/>
                <a:cs typeface="Calibri"/>
              </a:rPr>
              <a:t>ت</a:t>
            </a:r>
            <a:r>
              <a:rPr dirty="0" sz="1200" spc="-305" b="1">
                <a:latin typeface="Calibri"/>
                <a:cs typeface="Calibri"/>
              </a:rPr>
              <a:t>س</a:t>
            </a:r>
            <a:r>
              <a:rPr dirty="0" sz="1200" b="1">
                <a:latin typeface="Calibri"/>
                <a:cs typeface="Calibri"/>
              </a:rPr>
              <a:t>ا</a:t>
            </a:r>
            <a:endParaRPr sz="1200">
              <a:latin typeface="Calibri"/>
              <a:cs typeface="Calibri"/>
            </a:endParaRPr>
          </a:p>
          <a:p>
            <a:pPr algn="r" marR="56515">
              <a:lnSpc>
                <a:spcPct val="100000"/>
              </a:lnSpc>
              <a:spcBef>
                <a:spcPts val="1440"/>
              </a:spcBef>
            </a:pPr>
            <a:r>
              <a:rPr dirty="0" sz="1200" spc="-50">
                <a:latin typeface="Calibri"/>
                <a:cs typeface="Calibri"/>
              </a:rPr>
              <a:t>مرج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204">
                <a:latin typeface="Calibri"/>
                <a:cs typeface="Calibri"/>
              </a:rPr>
              <a:t>تقسر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0">
                <a:latin typeface="Calibri"/>
                <a:cs typeface="Calibri"/>
              </a:rPr>
              <a:t>لامتحا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،هدنامشیپ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مادقا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کی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90">
                <a:latin typeface="Calibri"/>
                <a:cs typeface="Calibri"/>
              </a:rPr>
              <a:t>ناونع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،ف</a:t>
            </a:r>
            <a:r>
              <a:rPr dirty="0" baseline="27777" sz="1800" spc="-247">
                <a:latin typeface="Calibri"/>
                <a:cs typeface="Calibri"/>
              </a:rPr>
              <a:t>ی</a:t>
            </a:r>
            <a:r>
              <a:rPr dirty="0" baseline="27777" sz="1800" spc="-7">
                <a:latin typeface="Calibri"/>
                <a:cs typeface="Calibri"/>
              </a:rPr>
              <a:t> </a:t>
            </a:r>
            <a:r>
              <a:rPr dirty="0" sz="1200" spc="-95">
                <a:latin typeface="Calibri"/>
                <a:cs typeface="Calibri"/>
              </a:rPr>
              <a:t>اضا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60">
                <a:latin typeface="Calibri"/>
                <a:cs typeface="Calibri"/>
              </a:rPr>
              <a:t>گیت</a:t>
            </a:r>
            <a:r>
              <a:rPr dirty="0" baseline="18518" sz="1800" spc="-540">
                <a:latin typeface="Calibri"/>
                <a:cs typeface="Calibri"/>
              </a:rPr>
              <a:t>ی</a:t>
            </a:r>
            <a:r>
              <a:rPr dirty="0" baseline="-4629" sz="1800" spc="284">
                <a:latin typeface="Calibri"/>
                <a:cs typeface="Calibri"/>
              </a:rPr>
              <a:t> </a:t>
            </a:r>
            <a:r>
              <a:rPr dirty="0" sz="1200" spc="-590">
                <a:latin typeface="Calibri"/>
                <a:cs typeface="Calibri"/>
              </a:rPr>
              <a:t>ف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یاهلفق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25">
                <a:latin typeface="Calibri"/>
                <a:cs typeface="Calibri"/>
              </a:rPr>
              <a:t>دیناوتمی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،زاین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25">
                <a:latin typeface="Calibri"/>
                <a:cs typeface="Calibri"/>
              </a:rPr>
              <a:t>تروص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10">
                <a:latin typeface="Calibri"/>
                <a:cs typeface="Calibri"/>
              </a:rPr>
              <a:t>رد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تیاهن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440">
                <a:latin typeface="Calibri"/>
                <a:cs typeface="Calibri"/>
              </a:rPr>
              <a:t>رد</a:t>
            </a:r>
            <a:endParaRPr sz="1200">
              <a:latin typeface="Calibri"/>
              <a:cs typeface="Calibri"/>
            </a:endParaRPr>
          </a:p>
          <a:p>
            <a:pPr algn="r" marR="55244">
              <a:lnSpc>
                <a:spcPct val="100000"/>
              </a:lnSpc>
              <a:spcBef>
                <a:spcPts val="25"/>
              </a:spcBef>
            </a:pP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300">
                <a:latin typeface="Calibri"/>
                <a:cs typeface="Calibri"/>
              </a:rPr>
              <a:t>ن</a:t>
            </a:r>
            <a:r>
              <a:rPr dirty="0" sz="1200" spc="-509">
                <a:latin typeface="Calibri"/>
                <a:cs typeface="Calibri"/>
              </a:rPr>
              <a:t>ک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ی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-4629" sz="1800" spc="-405">
                <a:latin typeface="Calibri"/>
                <a:cs typeface="Calibri"/>
              </a:rPr>
              <a:t> </a:t>
            </a:r>
            <a:r>
              <a:rPr dirty="0" baseline="-4629" sz="1800" spc="-157">
                <a:latin typeface="Calibri"/>
                <a:cs typeface="Calibri"/>
              </a:rPr>
              <a:t> </a:t>
            </a:r>
            <a:r>
              <a:rPr dirty="0" sz="1200" spc="-740">
                <a:latin typeface="Calibri"/>
                <a:cs typeface="Calibri"/>
              </a:rPr>
              <a:t>گ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345">
                <a:latin typeface="Calibri"/>
                <a:cs typeface="Calibri"/>
              </a:rPr>
              <a:t>ل</a:t>
            </a:r>
            <a:r>
              <a:rPr dirty="0" sz="1200" spc="-5">
                <a:latin typeface="Calibri"/>
                <a:cs typeface="Calibri"/>
              </a:rPr>
              <a:t>ج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د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5">
                <a:latin typeface="Calibri"/>
                <a:cs typeface="Calibri"/>
              </a:rPr>
              <a:t>خ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65">
                <a:latin typeface="Calibri"/>
                <a:cs typeface="Calibri"/>
              </a:rPr>
              <a:t>ت</a:t>
            </a:r>
            <a:r>
              <a:rPr dirty="0" sz="1200" spc="-880">
                <a:latin typeface="Calibri"/>
                <a:cs typeface="Calibri"/>
              </a:rPr>
              <a:t>ک</a:t>
            </a:r>
            <a:r>
              <a:rPr dirty="0" sz="1200" spc="-509">
                <a:latin typeface="Calibri"/>
                <a:cs typeface="Calibri"/>
              </a:rPr>
              <a:t>سر</a:t>
            </a:r>
            <a:r>
              <a:rPr dirty="0" baseline="18518" sz="1800" spc="-1200">
                <a:latin typeface="Calibri"/>
                <a:cs typeface="Calibri"/>
              </a:rPr>
              <a:t>ی</a:t>
            </a:r>
            <a:r>
              <a:rPr dirty="0" baseline="18518" sz="1800">
                <a:latin typeface="Calibri"/>
                <a:cs typeface="Calibri"/>
              </a:rPr>
              <a:t> </a:t>
            </a:r>
            <a:r>
              <a:rPr dirty="0" baseline="18518" sz="1800" spc="-60">
                <a:latin typeface="Calibri"/>
                <a:cs typeface="Calibri"/>
              </a:rPr>
              <a:t> </a:t>
            </a:r>
            <a:r>
              <a:rPr dirty="0" sz="1200" spc="45">
                <a:latin typeface="Calibri"/>
                <a:cs typeface="Calibri"/>
              </a:rPr>
              <a:t>ر</a:t>
            </a:r>
            <a:r>
              <a:rPr dirty="0" sz="1200" spc="-680">
                <a:latin typeface="Calibri"/>
                <a:cs typeface="Calibri"/>
              </a:rPr>
              <a:t>ب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 spc="45">
                <a:latin typeface="Calibri"/>
                <a:cs typeface="Calibri"/>
              </a:rPr>
              <a:t>ر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8456" y="816609"/>
            <a:ext cx="6399530" cy="86664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33655">
              <a:lnSpc>
                <a:spcPct val="100000"/>
              </a:lnSpc>
              <a:spcBef>
                <a:spcPts val="90"/>
              </a:spcBef>
            </a:pPr>
            <a:r>
              <a:rPr dirty="0" u="heavy" sz="2000" spc="-11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دنم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2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ز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29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دن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6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2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</a:t>
            </a:r>
            <a:r>
              <a:rPr dirty="0" u="heavy" sz="2000" spc="-1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ب</a:t>
            </a:r>
            <a:r>
              <a:rPr dirty="0" u="heavy" sz="2000" spc="-5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ص</a:t>
            </a:r>
            <a:r>
              <a:rPr dirty="0" u="heavy" sz="2000" spc="-5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endParaRPr sz="2000">
              <a:latin typeface="Calibri"/>
              <a:cs typeface="Calibri"/>
            </a:endParaRPr>
          </a:p>
          <a:p>
            <a:pPr marL="4867910">
              <a:lnSpc>
                <a:spcPts val="1130"/>
              </a:lnSpc>
              <a:spcBef>
                <a:spcPts val="1040"/>
              </a:spcBef>
              <a:tabLst>
                <a:tab pos="5574665" algn="l"/>
              </a:tabLst>
            </a:pPr>
            <a:r>
              <a:rPr dirty="0" sz="1200" spc="-800">
                <a:latin typeface="Calibri"/>
                <a:cs typeface="Calibri"/>
              </a:rPr>
              <a:t>ی	</a:t>
            </a:r>
            <a:r>
              <a:rPr dirty="0" baseline="-13888" sz="1800" spc="-480">
                <a:latin typeface="Calibri"/>
                <a:cs typeface="Calibri"/>
              </a:rPr>
              <a:t>:</a:t>
            </a:r>
            <a:endParaRPr baseline="-13888" sz="1800">
              <a:latin typeface="Calibri"/>
              <a:cs typeface="Calibri"/>
            </a:endParaRPr>
          </a:p>
          <a:p>
            <a:pPr marL="3571875">
              <a:lnSpc>
                <a:spcPts val="1130"/>
              </a:lnSpc>
            </a:pPr>
            <a:r>
              <a:rPr dirty="0" sz="1200" spc="-150">
                <a:latin typeface="Calibri"/>
                <a:cs typeface="Calibri"/>
              </a:rPr>
              <a:t>دوشمی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ماجنا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ب</a:t>
            </a:r>
            <a:r>
              <a:rPr dirty="0" baseline="-13888" sz="1800" spc="179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اجره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گداس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5">
                <a:latin typeface="Calibri"/>
                <a:cs typeface="Calibri"/>
              </a:rPr>
              <a:t>گینوتکلا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245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بصن.</a:t>
            </a:r>
            <a:endParaRPr sz="1200">
              <a:latin typeface="Calibri"/>
              <a:cs typeface="Calibri"/>
            </a:endParaRPr>
          </a:p>
          <a:p>
            <a:pPr marL="541655" marR="55880" indent="1941830">
              <a:lnSpc>
                <a:spcPts val="2880"/>
              </a:lnSpc>
              <a:spcBef>
                <a:spcPts val="290"/>
              </a:spcBef>
            </a:pPr>
            <a:r>
              <a:rPr dirty="0" sz="1200" spc="-180">
                <a:latin typeface="Calibri"/>
                <a:cs typeface="Calibri"/>
              </a:rPr>
              <a:t>د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10">
                <a:latin typeface="Calibri"/>
                <a:cs typeface="Calibri"/>
              </a:rPr>
              <a:t>ا</a:t>
            </a:r>
            <a:r>
              <a:rPr dirty="0" sz="1200">
                <a:latin typeface="Calibri"/>
                <a:cs typeface="Calibri"/>
              </a:rPr>
              <a:t>د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545">
                <a:latin typeface="Calibri"/>
                <a:cs typeface="Calibri"/>
              </a:rPr>
              <a:t>ک</a:t>
            </a:r>
            <a:r>
              <a:rPr dirty="0" sz="1200" spc="60">
                <a:latin typeface="Calibri"/>
                <a:cs typeface="Calibri"/>
              </a:rPr>
              <a:t>أ</a:t>
            </a:r>
            <a:r>
              <a:rPr dirty="0" sz="1200" spc="-670">
                <a:latin typeface="Calibri"/>
                <a:cs typeface="Calibri"/>
              </a:rPr>
              <a:t>ت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10">
                <a:latin typeface="Calibri"/>
                <a:cs typeface="Calibri"/>
              </a:rPr>
              <a:t>م</a:t>
            </a:r>
            <a:r>
              <a:rPr dirty="0" sz="1200" spc="-325">
                <a:latin typeface="Calibri"/>
                <a:cs typeface="Calibri"/>
              </a:rPr>
              <a:t>ش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35">
                <a:latin typeface="Calibri"/>
                <a:cs typeface="Calibri"/>
              </a:rPr>
              <a:t>ب</a:t>
            </a:r>
            <a:r>
              <a:rPr dirty="0" sz="1200" spc="15">
                <a:latin typeface="Calibri"/>
                <a:cs typeface="Calibri"/>
              </a:rPr>
              <a:t>ا</a:t>
            </a:r>
            <a:r>
              <a:rPr dirty="0" sz="1200" spc="-265">
                <a:latin typeface="Calibri"/>
                <a:cs typeface="Calibri"/>
              </a:rPr>
              <a:t>س</a:t>
            </a:r>
            <a:r>
              <a:rPr dirty="0" sz="1200" spc="-5">
                <a:latin typeface="Calibri"/>
                <a:cs typeface="Calibri"/>
              </a:rPr>
              <a:t>ح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90">
                <a:latin typeface="Calibri"/>
                <a:cs typeface="Calibri"/>
              </a:rPr>
              <a:t>ت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325">
                <a:latin typeface="Calibri"/>
                <a:cs typeface="Calibri"/>
              </a:rPr>
              <a:t>ن</a:t>
            </a:r>
            <a:r>
              <a:rPr dirty="0" sz="1200" spc="-20">
                <a:latin typeface="Calibri"/>
                <a:cs typeface="Calibri"/>
              </a:rPr>
              <a:t>ما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350">
                <a:latin typeface="Calibri"/>
                <a:cs typeface="Calibri"/>
              </a:rPr>
              <a:t>ص</a:t>
            </a:r>
            <a:r>
              <a:rPr dirty="0" sz="1200" spc="-285">
                <a:latin typeface="Calibri"/>
                <a:cs typeface="Calibri"/>
              </a:rPr>
              <a:t>ی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204">
                <a:latin typeface="Calibri"/>
                <a:cs typeface="Calibri"/>
              </a:rPr>
              <a:t>ص</a:t>
            </a:r>
            <a:r>
              <a:rPr dirty="0" sz="1200" spc="-114">
                <a:latin typeface="Calibri"/>
                <a:cs typeface="Calibri"/>
              </a:rPr>
              <a:t>خ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80">
                <a:latin typeface="Calibri"/>
                <a:cs typeface="Calibri"/>
              </a:rPr>
              <a:t>م</a:t>
            </a:r>
            <a:r>
              <a:rPr dirty="0" sz="1200" spc="-615">
                <a:latin typeface="Calibri"/>
                <a:cs typeface="Calibri"/>
              </a:rPr>
              <a:t>ی</a:t>
            </a:r>
            <a:r>
              <a:rPr dirty="0" sz="1200" spc="20">
                <a:latin typeface="Calibri"/>
                <a:cs typeface="Calibri"/>
              </a:rPr>
              <a:t>ر</a:t>
            </a:r>
            <a:r>
              <a:rPr dirty="0" sz="1200" spc="-5">
                <a:latin typeface="Calibri"/>
                <a:cs typeface="Calibri"/>
              </a:rPr>
              <a:t>ح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85">
                <a:latin typeface="Calibri"/>
                <a:cs typeface="Calibri"/>
              </a:rPr>
              <a:t>ی</a:t>
            </a:r>
            <a:r>
              <a:rPr dirty="0" sz="1200" spc="-70">
                <a:latin typeface="Calibri"/>
                <a:cs typeface="Calibri"/>
              </a:rPr>
              <a:t>و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60">
                <a:latin typeface="Calibri"/>
                <a:cs typeface="Calibri"/>
              </a:rPr>
              <a:t>ت</a:t>
            </a:r>
            <a:r>
              <a:rPr dirty="0" sz="1200" spc="35">
                <a:latin typeface="Calibri"/>
                <a:cs typeface="Calibri"/>
              </a:rPr>
              <a:t>د</a:t>
            </a:r>
            <a:r>
              <a:rPr dirty="0" sz="1200" spc="-325">
                <a:latin typeface="Calibri"/>
                <a:cs typeface="Calibri"/>
              </a:rPr>
              <a:t>ش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ه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15">
                <a:latin typeface="Calibri"/>
                <a:cs typeface="Calibri"/>
              </a:rPr>
              <a:t> ی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145">
                <a:latin typeface="Calibri"/>
                <a:cs typeface="Calibri"/>
              </a:rPr>
              <a:t>ه</a:t>
            </a:r>
            <a:r>
              <a:rPr dirty="0" sz="1200" spc="35">
                <a:latin typeface="Calibri"/>
                <a:cs typeface="Calibri"/>
              </a:rPr>
              <a:t>ل</a:t>
            </a:r>
            <a:r>
              <a:rPr dirty="0" sz="1200" spc="-515">
                <a:latin typeface="Calibri"/>
                <a:cs typeface="Calibri"/>
              </a:rPr>
              <a:t>ف</a:t>
            </a:r>
            <a:r>
              <a:rPr dirty="0" sz="1200" spc="-320">
                <a:latin typeface="Calibri"/>
                <a:cs typeface="Calibri"/>
              </a:rPr>
              <a:t>ق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بص</a:t>
            </a:r>
            <a:r>
              <a:rPr dirty="0" sz="1200" spc="-140">
                <a:latin typeface="Calibri"/>
                <a:cs typeface="Calibri"/>
              </a:rPr>
              <a:t>ن</a:t>
            </a:r>
            <a:r>
              <a:rPr dirty="0" sz="1200">
                <a:latin typeface="Calibri"/>
                <a:cs typeface="Calibri"/>
              </a:rPr>
              <a:t>.  </a:t>
            </a:r>
            <a:r>
              <a:rPr dirty="0" sz="1200" spc="-170">
                <a:latin typeface="Calibri"/>
                <a:cs typeface="Calibri"/>
              </a:rPr>
              <a:t>دنوشمی</a:t>
            </a:r>
            <a:r>
              <a:rPr dirty="0" sz="1200" spc="-130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هئارا</a:t>
            </a:r>
            <a:r>
              <a:rPr dirty="0" sz="1200" spc="-155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هباشم</a:t>
            </a:r>
            <a:r>
              <a:rPr dirty="0" sz="1200" spc="-215">
                <a:latin typeface="Calibri"/>
                <a:cs typeface="Calibri"/>
              </a:rPr>
              <a:t> </a:t>
            </a:r>
            <a:r>
              <a:rPr dirty="0" sz="1200" spc="20">
                <a:latin typeface="Calibri"/>
                <a:cs typeface="Calibri"/>
              </a:rPr>
              <a:t>تامدخ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»گینوت</a:t>
            </a:r>
            <a:r>
              <a:rPr dirty="0" baseline="25462" sz="1800" spc="-382">
                <a:latin typeface="Calibri"/>
                <a:cs typeface="Calibri"/>
              </a:rPr>
              <a:t>:</a:t>
            </a:r>
            <a:r>
              <a:rPr dirty="0" baseline="25462" sz="1800" spc="-352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کلا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85">
                <a:latin typeface="Calibri"/>
                <a:cs typeface="Calibri"/>
              </a:rPr>
              <a:t>تیاده«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لاثم</a:t>
            </a:r>
            <a:r>
              <a:rPr dirty="0" sz="1200" spc="-120">
                <a:latin typeface="Calibri"/>
                <a:cs typeface="Calibri"/>
              </a:rPr>
              <a:t> </a:t>
            </a:r>
            <a:r>
              <a:rPr dirty="0" sz="1200" spc="-90">
                <a:latin typeface="Calibri"/>
                <a:cs typeface="Calibri"/>
              </a:rPr>
              <a:t>ناونع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دنمشوه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یاهلفق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 spc="-70">
                <a:latin typeface="Calibri"/>
                <a:cs typeface="Calibri"/>
              </a:rPr>
              <a:t>یزادنا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هار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195">
                <a:latin typeface="Calibri"/>
                <a:cs typeface="Calibri"/>
              </a:rPr>
              <a:t>بصن</a:t>
            </a:r>
            <a:r>
              <a:rPr dirty="0" sz="1200" spc="-16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یاهشزومآ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Calibri"/>
              <a:cs typeface="Calibri"/>
            </a:endParaRPr>
          </a:p>
          <a:p>
            <a:pPr algn="r" marL="1846580" marR="57150" indent="-1311275">
              <a:lnSpc>
                <a:spcPct val="118300"/>
              </a:lnSpc>
            </a:pP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داد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ماجنا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هقیقد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5">
                <a:solidFill>
                  <a:srgbClr val="161717"/>
                </a:solidFill>
                <a:latin typeface="Calibri"/>
                <a:cs typeface="Calibri"/>
              </a:rPr>
              <a:t>دنچ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ضرع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رد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نآ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ناوت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تسا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5">
                <a:solidFill>
                  <a:srgbClr val="161717"/>
                </a:solidFill>
                <a:latin typeface="Calibri"/>
                <a:cs typeface="Calibri"/>
              </a:rPr>
              <a:t>ناسآ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لا</a:t>
            </a:r>
            <a:r>
              <a:rPr dirty="0" baseline="34722" sz="1800" spc="-450">
                <a:solidFill>
                  <a:srgbClr val="161717"/>
                </a:solidFill>
                <a:latin typeface="Calibri"/>
                <a:cs typeface="Calibri"/>
              </a:rPr>
              <a:t>ً</a:t>
            </a:r>
            <a:r>
              <a:rPr dirty="0" baseline="34722" sz="1800" spc="32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ومعم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بصن.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80">
                <a:solidFill>
                  <a:srgbClr val="161717"/>
                </a:solidFill>
                <a:latin typeface="Calibri"/>
                <a:cs typeface="Calibri"/>
              </a:rPr>
              <a:t>هک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تسا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5">
                <a:solidFill>
                  <a:srgbClr val="161717"/>
                </a:solidFill>
                <a:latin typeface="Calibri"/>
                <a:cs typeface="Calibri"/>
              </a:rPr>
              <a:t>مهم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،لاح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لصاح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نانیمطا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حیحص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ات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لابند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تقد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لمعلاروتسد.</a:t>
            </a:r>
            <a:endParaRPr sz="1200">
              <a:latin typeface="Calibri"/>
              <a:cs typeface="Calibri"/>
            </a:endParaRPr>
          </a:p>
          <a:p>
            <a:pPr algn="r" marL="2203450" marR="54610" indent="2750185">
              <a:lnSpc>
                <a:spcPct val="116700"/>
              </a:lnSpc>
            </a:pP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32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35">
                <a:solidFill>
                  <a:srgbClr val="161717"/>
                </a:solidFill>
                <a:latin typeface="Calibri"/>
                <a:cs typeface="Calibri"/>
              </a:rPr>
              <a:t>بص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ح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: 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هدامآ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زاین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دروم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دراوم.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دیراد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ریز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دراوم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80">
                <a:solidFill>
                  <a:srgbClr val="161717"/>
                </a:solidFill>
                <a:latin typeface="Calibri"/>
                <a:cs typeface="Calibri"/>
              </a:rPr>
              <a:t>هک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دیوش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16203" sz="1800" spc="-37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5462" sz="1800" spc="569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مطم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،بصن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34">
                <a:solidFill>
                  <a:srgbClr val="161717"/>
                </a:solidFill>
                <a:latin typeface="Calibri"/>
                <a:cs typeface="Calibri"/>
              </a:rPr>
              <a:t>عوسر</a:t>
            </a:r>
            <a:r>
              <a:rPr dirty="0" baseline="18518" sz="1800" spc="-652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18518" sz="1800" spc="36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لبق:</a:t>
            </a:r>
            <a:endParaRPr sz="1200">
              <a:latin typeface="Calibri"/>
              <a:cs typeface="Calibri"/>
            </a:endParaRPr>
          </a:p>
          <a:p>
            <a:pPr algn="r" marR="57150">
              <a:lnSpc>
                <a:spcPct val="100000"/>
              </a:lnSpc>
              <a:spcBef>
                <a:spcPts val="240"/>
              </a:spcBef>
            </a:pPr>
            <a:r>
              <a:rPr dirty="0" sz="1200" spc="12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32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endParaRPr sz="1200">
              <a:latin typeface="Calibri"/>
              <a:cs typeface="Calibri"/>
            </a:endParaRPr>
          </a:p>
          <a:p>
            <a:pPr algn="r" marL="5798185" marR="55244" indent="127635">
              <a:lnSpc>
                <a:spcPct val="116700"/>
              </a:lnSpc>
              <a:spcBef>
                <a:spcPts val="5"/>
              </a:spcBef>
            </a:pP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41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350">
                <a:solidFill>
                  <a:srgbClr val="161717"/>
                </a:solidFill>
                <a:latin typeface="Calibri"/>
                <a:cs typeface="Calibri"/>
              </a:rPr>
              <a:t>ب  </a:t>
            </a:r>
            <a:r>
              <a:rPr dirty="0" sz="1200" spc="-34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8518" sz="1800" spc="-480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18518" sz="1800" spc="2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509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چ</a:t>
            </a:r>
            <a:r>
              <a:rPr dirty="0" sz="1200" spc="-47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پ</a:t>
            </a:r>
            <a:endParaRPr sz="1200">
              <a:latin typeface="Calibri"/>
              <a:cs typeface="Calibri"/>
            </a:endParaRPr>
          </a:p>
          <a:p>
            <a:pPr algn="r" marL="5578475" marR="55244" indent="584835">
              <a:lnSpc>
                <a:spcPct val="116700"/>
              </a:lnSpc>
              <a:spcBef>
                <a:spcPts val="20"/>
              </a:spcBef>
            </a:pP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63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م 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-4629" sz="1800" spc="-4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-4629" sz="1800" spc="-15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09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4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36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endParaRPr sz="1200">
              <a:latin typeface="Calibri"/>
              <a:cs typeface="Calibri"/>
            </a:endParaRPr>
          </a:p>
          <a:p>
            <a:pPr algn="r" marL="123825" marR="57150" indent="5981700">
              <a:lnSpc>
                <a:spcPts val="1680"/>
              </a:lnSpc>
              <a:spcBef>
                <a:spcPts val="100"/>
              </a:spcBef>
            </a:pP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م 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یت</a:t>
            </a:r>
            <a:r>
              <a:rPr dirty="0" baseline="-4629" sz="1800" spc="-36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09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هزادنا.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یت</a:t>
            </a:r>
            <a:r>
              <a:rPr dirty="0" baseline="-4629" sz="1800" spc="-36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09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هزادنا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باق</a:t>
            </a:r>
            <a:r>
              <a:rPr dirty="0" sz="1200" spc="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عافترا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ضرع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،یت</a:t>
            </a:r>
            <a:r>
              <a:rPr dirty="0" baseline="-4629" sz="18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09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هزادنا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راون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اب.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نانیمطا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یت</a:t>
            </a:r>
            <a:r>
              <a:rPr dirty="0" baseline="-4629" sz="1800" spc="-36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09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هزادنا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endParaRPr sz="1200">
              <a:latin typeface="Calibri"/>
              <a:cs typeface="Calibri"/>
            </a:endParaRPr>
          </a:p>
          <a:p>
            <a:pPr algn="r" marR="57150">
              <a:lnSpc>
                <a:spcPct val="100000"/>
              </a:lnSpc>
              <a:spcBef>
                <a:spcPts val="145"/>
              </a:spcBef>
            </a:pP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47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509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63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رد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3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32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32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64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200" spc="2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algn="r" marR="59690">
              <a:lnSpc>
                <a:spcPct val="100000"/>
              </a:lnSpc>
              <a:spcBef>
                <a:spcPts val="265"/>
              </a:spcBef>
            </a:pP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لفق.</a:t>
            </a:r>
            <a:r>
              <a:rPr dirty="0" sz="1200" spc="2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باق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یور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ات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لابند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تسا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هدش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هئارا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امش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هارمه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80">
                <a:solidFill>
                  <a:srgbClr val="161717"/>
                </a:solidFill>
                <a:latin typeface="Calibri"/>
                <a:cs typeface="Calibri"/>
              </a:rPr>
              <a:t>هک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لمعلاروتسد</a:t>
            </a:r>
            <a:endParaRPr sz="1200">
              <a:latin typeface="Calibri"/>
              <a:cs typeface="Calibri"/>
            </a:endParaRPr>
          </a:p>
          <a:p>
            <a:pPr marL="132715" marR="57150" indent="2628265">
              <a:lnSpc>
                <a:spcPct val="116700"/>
              </a:lnSpc>
            </a:pP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بصن.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 یارب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5">
                <a:solidFill>
                  <a:srgbClr val="161717"/>
                </a:solidFill>
                <a:latin typeface="Calibri"/>
                <a:cs typeface="Calibri"/>
              </a:rPr>
              <a:t>هتم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3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8518" sz="1800" spc="-494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18518" sz="1800" spc="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80">
                <a:solidFill>
                  <a:srgbClr val="161717"/>
                </a:solidFill>
                <a:latin typeface="Calibri"/>
                <a:cs typeface="Calibri"/>
              </a:rPr>
              <a:t>شوگ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80">
                <a:solidFill>
                  <a:srgbClr val="161717"/>
                </a:solidFill>
                <a:latin typeface="Calibri"/>
                <a:cs typeface="Calibri"/>
              </a:rPr>
              <a:t>چیپ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دیاب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لا</a:t>
            </a:r>
            <a:r>
              <a:rPr dirty="0" baseline="34722" sz="1800" spc="-450">
                <a:solidFill>
                  <a:srgbClr val="161717"/>
                </a:solidFill>
                <a:latin typeface="Calibri"/>
                <a:cs typeface="Calibri"/>
              </a:rPr>
              <a:t>ً</a:t>
            </a:r>
            <a:r>
              <a:rPr dirty="0" baseline="34722" sz="1800" spc="3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ومعم.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35">
                <a:solidFill>
                  <a:srgbClr val="161717"/>
                </a:solidFill>
                <a:latin typeface="Calibri"/>
                <a:cs typeface="Calibri"/>
              </a:rPr>
              <a:t>یرتاب.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دیهد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رارق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لخاد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رد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35">
                <a:solidFill>
                  <a:srgbClr val="161717"/>
                </a:solidFill>
                <a:latin typeface="Calibri"/>
                <a:cs typeface="Calibri"/>
              </a:rPr>
              <a:t>یرتاب.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دوجو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رد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80">
                <a:solidFill>
                  <a:srgbClr val="161717"/>
                </a:solidFill>
                <a:latin typeface="Calibri"/>
                <a:cs typeface="Calibri"/>
              </a:rPr>
              <a:t>یرتاب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نداد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رارق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صوصخم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ناکم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لا</a:t>
            </a:r>
            <a:r>
              <a:rPr dirty="0" baseline="34722" sz="1800" spc="-450">
                <a:solidFill>
                  <a:srgbClr val="161717"/>
                </a:solidFill>
                <a:latin typeface="Calibri"/>
                <a:cs typeface="Calibri"/>
              </a:rPr>
              <a:t>ً</a:t>
            </a:r>
            <a:r>
              <a:rPr dirty="0" baseline="34722" sz="1800" spc="32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ومعم</a:t>
            </a:r>
            <a:endParaRPr sz="1200">
              <a:latin typeface="Calibri"/>
              <a:cs typeface="Calibri"/>
            </a:endParaRPr>
          </a:p>
          <a:p>
            <a:pPr algn="r" marL="181610" marR="57150" indent="5918200">
              <a:lnSpc>
                <a:spcPct val="116700"/>
              </a:lnSpc>
            </a:pPr>
            <a:r>
              <a:rPr dirty="0" sz="1200" spc="-18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. 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35">
                <a:solidFill>
                  <a:srgbClr val="161717"/>
                </a:solidFill>
                <a:latin typeface="Calibri"/>
                <a:cs typeface="Calibri"/>
              </a:rPr>
              <a:t>یدنبرکیپ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لفق.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35">
                <a:solidFill>
                  <a:srgbClr val="161717"/>
                </a:solidFill>
                <a:latin typeface="Calibri"/>
                <a:cs typeface="Calibri"/>
              </a:rPr>
              <a:t>یدنبرکیپ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80">
                <a:solidFill>
                  <a:srgbClr val="161717"/>
                </a:solidFill>
                <a:latin typeface="Calibri"/>
                <a:cs typeface="Calibri"/>
              </a:rPr>
              <a:t>،هنایار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200" spc="-1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هارمه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5">
                <a:solidFill>
                  <a:srgbClr val="161717"/>
                </a:solidFill>
                <a:latin typeface="Calibri"/>
                <a:cs typeface="Calibri"/>
              </a:rPr>
              <a:t>نفلت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همانرب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اب.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اهزمر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داجیا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،ناربراک 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ندوزفا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لماش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endParaRPr sz="1200">
              <a:latin typeface="Calibri"/>
              <a:cs typeface="Calibri"/>
            </a:endParaRPr>
          </a:p>
          <a:p>
            <a:pPr algn="r" marL="4911090" marR="57785" indent="-466725">
              <a:lnSpc>
                <a:spcPct val="116700"/>
              </a:lnSpc>
              <a:spcBef>
                <a:spcPts val="25"/>
              </a:spcBef>
            </a:pP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47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ظ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7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52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5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47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ظ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20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.  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32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 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endParaRPr sz="1200">
              <a:latin typeface="Calibri"/>
              <a:cs typeface="Calibri"/>
            </a:endParaRPr>
          </a:p>
          <a:p>
            <a:pPr algn="r" marR="60960">
              <a:lnSpc>
                <a:spcPct val="100000"/>
              </a:lnSpc>
              <a:spcBef>
                <a:spcPts val="240"/>
              </a:spcBef>
            </a:pP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یزادنا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75">
                <a:solidFill>
                  <a:srgbClr val="161717"/>
                </a:solidFill>
                <a:latin typeface="Calibri"/>
                <a:cs typeface="Calibri"/>
              </a:rPr>
              <a:t>هار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نآ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دیاب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،دنمشوه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سپ.</a:t>
            </a:r>
            <a:r>
              <a:rPr dirty="0" sz="1200" spc="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تامیظنت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ریاس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میظنت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تراکو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اهزمر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داجیا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،ناربراک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ندوزفا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لماش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endParaRPr sz="1200">
              <a:latin typeface="Calibri"/>
              <a:cs typeface="Calibri"/>
            </a:endParaRPr>
          </a:p>
          <a:p>
            <a:pPr algn="r" marL="4767580" marR="54610" indent="1271270">
              <a:lnSpc>
                <a:spcPct val="116700"/>
              </a:lnSpc>
            </a:pP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.  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32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7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 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ح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 algn="r" marL="581025" marR="57150" indent="-335915">
              <a:lnSpc>
                <a:spcPct val="116700"/>
              </a:lnSpc>
              <a:spcBef>
                <a:spcPts val="25"/>
              </a:spcBef>
            </a:pP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دولناد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هنایار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هارمه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5">
                <a:solidFill>
                  <a:srgbClr val="161717"/>
                </a:solidFill>
                <a:latin typeface="Calibri"/>
                <a:cs typeface="Calibri"/>
              </a:rPr>
              <a:t>نفلت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همانرب.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دولناد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تسا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راگزاس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نآ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امش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80">
                <a:solidFill>
                  <a:srgbClr val="161717"/>
                </a:solidFill>
                <a:latin typeface="Calibri"/>
                <a:cs typeface="Calibri"/>
              </a:rPr>
              <a:t>هک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یا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هنایار</a:t>
            </a:r>
            <a:r>
              <a:rPr dirty="0" sz="1200" spc="-1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هارمه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5">
                <a:solidFill>
                  <a:srgbClr val="161717"/>
                </a:solidFill>
                <a:latin typeface="Calibri"/>
                <a:cs typeface="Calibri"/>
              </a:rPr>
              <a:t>نفلت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همانرب.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داجیا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یربراک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باسح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دینکزاب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همانرب.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داجیا</a:t>
            </a:r>
            <a:r>
              <a:rPr dirty="0" sz="1200" spc="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یربراک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باسح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r>
              <a:rPr dirty="0" sz="1200" spc="-2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دیاب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،دوخ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200" spc="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05">
                <a:solidFill>
                  <a:srgbClr val="161717"/>
                </a:solidFill>
                <a:latin typeface="Calibri"/>
                <a:cs typeface="Calibri"/>
              </a:rPr>
              <a:t>سیت</a:t>
            </a:r>
            <a:r>
              <a:rPr dirty="0" baseline="25462" sz="1800" spc="-607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25462" sz="18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سد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یارب.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هفاضا</a:t>
            </a:r>
            <a:r>
              <a:rPr dirty="0" sz="1200" spc="-1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همانرب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لفق.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هفاضا</a:t>
            </a:r>
            <a:r>
              <a:rPr dirty="0" sz="1200" spc="-18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همانرب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ات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لابند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همانرب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لمعلاروتسد.</a:t>
            </a:r>
            <a:endParaRPr sz="1200">
              <a:latin typeface="Calibri"/>
              <a:cs typeface="Calibri"/>
            </a:endParaRPr>
          </a:p>
          <a:p>
            <a:pPr algn="r" marL="245745" marR="57150" indent="-97790">
              <a:lnSpc>
                <a:spcPct val="116700"/>
              </a:lnSpc>
            </a:pP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هفاضا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ناربراک.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هفاضا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دوخ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ناربراک.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دشاب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40">
                <a:solidFill>
                  <a:srgbClr val="161717"/>
                </a:solidFill>
                <a:latin typeface="Calibri"/>
                <a:cs typeface="Calibri"/>
              </a:rPr>
              <a:t>هت</a:t>
            </a:r>
            <a:r>
              <a:rPr dirty="0" baseline="-4629" sz="1800" spc="-14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غ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نارجاتسم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،ناتسود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،هداوناخ</a:t>
            </a:r>
            <a:r>
              <a:rPr dirty="0" sz="1200" spc="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یاضعا</a:t>
            </a:r>
            <a:r>
              <a:rPr dirty="0" sz="1200" spc="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لماش 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دناوت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نیا. 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داجیا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تراکو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5">
                <a:solidFill>
                  <a:srgbClr val="161717"/>
                </a:solidFill>
                <a:latin typeface="Calibri"/>
                <a:cs typeface="Calibri"/>
              </a:rPr>
              <a:t>اهزمر.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داجیا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ناربراک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تراکو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5">
                <a:solidFill>
                  <a:srgbClr val="161717"/>
                </a:solidFill>
                <a:latin typeface="Calibri"/>
                <a:cs typeface="Calibri"/>
              </a:rPr>
              <a:t>اهزمر.</a:t>
            </a:r>
            <a:r>
              <a:rPr dirty="0" sz="1200" spc="2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ات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دهد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ناکما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ناربراک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تراکو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اهزمر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endParaRPr sz="1200">
              <a:latin typeface="Calibri"/>
              <a:cs typeface="Calibri"/>
            </a:endParaRPr>
          </a:p>
          <a:p>
            <a:pPr algn="r" marL="431800" marR="57150" indent="5143500">
              <a:lnSpc>
                <a:spcPts val="1700"/>
              </a:lnSpc>
              <a:spcBef>
                <a:spcPts val="80"/>
              </a:spcBef>
            </a:pP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475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. 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30">
                <a:solidFill>
                  <a:srgbClr val="161717"/>
                </a:solidFill>
                <a:latin typeface="Calibri"/>
                <a:cs typeface="Calibri"/>
              </a:rPr>
              <a:t>یدنبرکیپ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تامیظنت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ریاس.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30">
                <a:solidFill>
                  <a:srgbClr val="161717"/>
                </a:solidFill>
                <a:latin typeface="Calibri"/>
                <a:cs typeface="Calibri"/>
              </a:rPr>
              <a:t>یدنبرکیپ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نلاعا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میظنت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مرلاآ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ندرک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شوماخ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نشور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دننام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تامیظنت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ریاس.</a:t>
            </a:r>
            <a:endParaRPr sz="1200">
              <a:latin typeface="Calibri"/>
              <a:cs typeface="Calibri"/>
            </a:endParaRPr>
          </a:p>
          <a:p>
            <a:pPr algn="r" marL="135890" marR="55880" indent="4463415">
              <a:lnSpc>
                <a:spcPts val="1680"/>
              </a:lnSpc>
            </a:pPr>
            <a:r>
              <a:rPr dirty="0" sz="1200" spc="12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8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32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4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6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8518" sz="180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18518" sz="1800" spc="2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52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840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200" spc="-450">
                <a:solidFill>
                  <a:srgbClr val="161717"/>
                </a:solidFill>
                <a:latin typeface="Calibri"/>
                <a:cs typeface="Calibri"/>
              </a:rPr>
              <a:t>ن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دنهد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شیازفا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هیجوت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لباق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نات</a:t>
            </a:r>
            <a:r>
              <a:rPr dirty="0" baseline="18518" sz="1800" spc="-300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-4629" sz="1800" spc="29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امش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راک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20">
                <a:solidFill>
                  <a:srgbClr val="161717"/>
                </a:solidFill>
                <a:latin typeface="Calibri"/>
                <a:cs typeface="Calibri"/>
              </a:rPr>
              <a:t>لحم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هناخ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تینما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دنناوت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لفق.</a:t>
            </a:r>
            <a:r>
              <a:rPr dirty="0" sz="1200" spc="3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40">
                <a:solidFill>
                  <a:srgbClr val="161717"/>
                </a:solidFill>
                <a:latin typeface="Calibri"/>
                <a:cs typeface="Calibri"/>
              </a:rPr>
              <a:t>تاکن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80">
                <a:solidFill>
                  <a:srgbClr val="161717"/>
                </a:solidFill>
                <a:latin typeface="Calibri"/>
                <a:cs typeface="Calibri"/>
              </a:rPr>
              <a:t>هک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تسا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5">
                <a:solidFill>
                  <a:srgbClr val="161717"/>
                </a:solidFill>
                <a:latin typeface="Calibri"/>
                <a:cs typeface="Calibri"/>
              </a:rPr>
              <a:t>مهم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،لاح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00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endParaRPr sz="1200">
              <a:latin typeface="Calibri"/>
              <a:cs typeface="Calibri"/>
            </a:endParaRPr>
          </a:p>
          <a:p>
            <a:pPr algn="r" marR="57785">
              <a:lnSpc>
                <a:spcPct val="100000"/>
              </a:lnSpc>
              <a:spcBef>
                <a:spcPts val="145"/>
              </a:spcBef>
            </a:pP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لابند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ضخش 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تاعلاطا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دوخ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تظفاحم</a:t>
            </a:r>
            <a:r>
              <a:rPr dirty="0" sz="1200" spc="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ریز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8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8518" sz="1800" spc="-277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18518" sz="1800" spc="2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5">
                <a:solidFill>
                  <a:srgbClr val="161717"/>
                </a:solidFill>
                <a:latin typeface="Calibri"/>
                <a:cs typeface="Calibri"/>
              </a:rPr>
              <a:t>میا: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15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4204" y="789177"/>
            <a:ext cx="6359525" cy="15227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r" marR="38100">
              <a:lnSpc>
                <a:spcPct val="100000"/>
              </a:lnSpc>
              <a:spcBef>
                <a:spcPts val="340"/>
              </a:spcBef>
            </a:pPr>
            <a:r>
              <a:rPr dirty="0" sz="1200" spc="-295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یوق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روبع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یاهزمر.</a:t>
            </a:r>
            <a:r>
              <a:rPr dirty="0" sz="1200" spc="2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،کچوک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فورح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،گرزب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فورح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4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25462" sz="1800" spc="-517">
                <a:solidFill>
                  <a:srgbClr val="161717"/>
                </a:solidFill>
                <a:latin typeface="Calibri"/>
                <a:cs typeface="Calibri"/>
              </a:rPr>
              <a:t>:</a:t>
            </a:r>
            <a:r>
              <a:rPr dirty="0" baseline="25462" sz="1800" spc="-1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80">
                <a:solidFill>
                  <a:srgbClr val="161717"/>
                </a:solidFill>
                <a:latin typeface="Calibri"/>
                <a:cs typeface="Calibri"/>
              </a:rPr>
              <a:t>کاراک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8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لقادح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لماش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80">
                <a:solidFill>
                  <a:srgbClr val="161717"/>
                </a:solidFill>
                <a:latin typeface="Calibri"/>
                <a:cs typeface="Calibri"/>
              </a:rPr>
              <a:t>هک</a:t>
            </a:r>
            <a:r>
              <a:rPr dirty="0" sz="1200" spc="-1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4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یوق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روبع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یاهزمر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endParaRPr sz="1200">
              <a:latin typeface="Calibri"/>
              <a:cs typeface="Calibri"/>
            </a:endParaRPr>
          </a:p>
          <a:p>
            <a:pPr algn="r" marL="38100" marR="30480" indent="5219700">
              <a:lnSpc>
                <a:spcPct val="116700"/>
              </a:lnSpc>
            </a:pP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31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175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6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ع</a:t>
            </a:r>
            <a:r>
              <a:rPr dirty="0" sz="1200" spc="2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.  </a:t>
            </a:r>
            <a:r>
              <a:rPr dirty="0" sz="1200" spc="-135">
                <a:solidFill>
                  <a:srgbClr val="161717"/>
                </a:solidFill>
                <a:latin typeface="Calibri"/>
                <a:cs typeface="Calibri"/>
              </a:rPr>
              <a:t>دیهد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-4629" sz="18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34">
                <a:solidFill>
                  <a:srgbClr val="161717"/>
                </a:solidFill>
                <a:latin typeface="Calibri"/>
                <a:cs typeface="Calibri"/>
              </a:rPr>
              <a:t>یغت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مظنم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روط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روبع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یاهزمر.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0">
                <a:solidFill>
                  <a:srgbClr val="161717"/>
                </a:solidFill>
                <a:latin typeface="Calibri"/>
                <a:cs typeface="Calibri"/>
              </a:rPr>
              <a:t>دینک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50">
                <a:solidFill>
                  <a:srgbClr val="161717"/>
                </a:solidFill>
                <a:latin typeface="Calibri"/>
                <a:cs typeface="Calibri"/>
              </a:rPr>
              <a:t>یت</a:t>
            </a:r>
            <a:r>
              <a:rPr dirty="0" baseline="-4629" sz="18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60">
                <a:solidFill>
                  <a:srgbClr val="161717"/>
                </a:solidFill>
                <a:latin typeface="Calibri"/>
                <a:cs typeface="Calibri"/>
              </a:rPr>
              <a:t>گولج</a:t>
            </a:r>
            <a:r>
              <a:rPr dirty="0" sz="1200" spc="-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اهنآ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ندش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که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ات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30">
                <a:solidFill>
                  <a:srgbClr val="161717"/>
                </a:solidFill>
                <a:latin typeface="Calibri"/>
                <a:cs typeface="Calibri"/>
              </a:rPr>
              <a:t>دیهد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-4629" sz="1800" spc="-15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45">
                <a:solidFill>
                  <a:srgbClr val="161717"/>
                </a:solidFill>
                <a:latin typeface="Calibri"/>
                <a:cs typeface="Calibri"/>
              </a:rPr>
              <a:t>یغت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مظنم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روط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200" spc="-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روبع</a:t>
            </a:r>
            <a:r>
              <a:rPr dirty="0" sz="1200" spc="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یاهزمر.</a:t>
            </a:r>
            <a:endParaRPr sz="1200">
              <a:latin typeface="Calibri"/>
              <a:cs typeface="Calibri"/>
            </a:endParaRPr>
          </a:p>
          <a:p>
            <a:pPr algn="r" marR="37465">
              <a:lnSpc>
                <a:spcPct val="100000"/>
              </a:lnSpc>
              <a:spcBef>
                <a:spcPts val="240"/>
              </a:spcBef>
            </a:pP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دیراد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5">
                <a:solidFill>
                  <a:srgbClr val="161717"/>
                </a:solidFill>
                <a:latin typeface="Calibri"/>
                <a:cs typeface="Calibri"/>
              </a:rPr>
              <a:t>هگن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نمیا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تراک.</a:t>
            </a:r>
            <a:r>
              <a:rPr dirty="0" sz="1200" spc="7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200" spc="-3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اهنآ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5">
                <a:solidFill>
                  <a:srgbClr val="161717"/>
                </a:solidFill>
                <a:latin typeface="Calibri"/>
                <a:cs typeface="Calibri"/>
              </a:rPr>
              <a:t>دنناوتن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5">
                <a:solidFill>
                  <a:srgbClr val="161717"/>
                </a:solidFill>
                <a:latin typeface="Calibri"/>
                <a:cs typeface="Calibri"/>
              </a:rPr>
              <a:t>نارگید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0">
                <a:solidFill>
                  <a:srgbClr val="161717"/>
                </a:solidFill>
                <a:latin typeface="Calibri"/>
                <a:cs typeface="Calibri"/>
              </a:rPr>
              <a:t>ات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دیراد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5">
                <a:solidFill>
                  <a:srgbClr val="161717"/>
                </a:solidFill>
                <a:latin typeface="Calibri"/>
                <a:cs typeface="Calibri"/>
              </a:rPr>
              <a:t>هگن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20">
                <a:solidFill>
                  <a:srgbClr val="161717"/>
                </a:solidFill>
                <a:latin typeface="Calibri"/>
                <a:cs typeface="Calibri"/>
              </a:rPr>
              <a:t>نمیا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دوخ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20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200" spc="-9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90">
                <a:solidFill>
                  <a:srgbClr val="161717"/>
                </a:solidFill>
                <a:latin typeface="Calibri"/>
                <a:cs typeface="Calibri"/>
              </a:rPr>
              <a:t>تراک</a:t>
            </a:r>
            <a:endParaRPr sz="1200">
              <a:latin typeface="Calibri"/>
              <a:cs typeface="Calibri"/>
            </a:endParaRPr>
          </a:p>
          <a:p>
            <a:pPr algn="r" marL="354965" marR="33020" indent="4518660">
              <a:lnSpc>
                <a:spcPts val="1700"/>
              </a:lnSpc>
              <a:spcBef>
                <a:spcPts val="80"/>
              </a:spcBef>
            </a:pP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509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63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315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35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200" spc="-515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200" spc="-320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18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15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305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.  </a:t>
            </a:r>
            <a:r>
              <a:rPr dirty="0" sz="1200" spc="-114">
                <a:solidFill>
                  <a:srgbClr val="161717"/>
                </a:solidFill>
                <a:latin typeface="Calibri"/>
                <a:cs typeface="Calibri"/>
              </a:rPr>
              <a:t>دیراد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5">
                <a:solidFill>
                  <a:srgbClr val="161717"/>
                </a:solidFill>
                <a:latin typeface="Calibri"/>
                <a:cs typeface="Calibri"/>
              </a:rPr>
              <a:t>هگن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زور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لفق.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45">
                <a:solidFill>
                  <a:srgbClr val="161717"/>
                </a:solidFill>
                <a:latin typeface="Calibri"/>
                <a:cs typeface="Calibri"/>
              </a:rPr>
              <a:t>دنک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9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baseline="18518" sz="1800" spc="-742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18518" sz="1800" spc="14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30">
                <a:solidFill>
                  <a:srgbClr val="161717"/>
                </a:solidFill>
                <a:latin typeface="Calibri"/>
                <a:cs typeface="Calibri"/>
              </a:rPr>
              <a:t>تنم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0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0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45">
                <a:solidFill>
                  <a:srgbClr val="161717"/>
                </a:solidFill>
                <a:latin typeface="Calibri"/>
                <a:cs typeface="Calibri"/>
              </a:rPr>
              <a:t>یرازفا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مرن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25462" sz="1800" spc="-31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5462" sz="1800" spc="-44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اسرزور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3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00">
                <a:solidFill>
                  <a:srgbClr val="161717"/>
                </a:solidFill>
                <a:latin typeface="Calibri"/>
                <a:cs typeface="Calibri"/>
              </a:rPr>
              <a:t>لا</a:t>
            </a:r>
            <a:r>
              <a:rPr dirty="0" baseline="34722" sz="1800" spc="-450">
                <a:solidFill>
                  <a:srgbClr val="161717"/>
                </a:solidFill>
                <a:latin typeface="Calibri"/>
                <a:cs typeface="Calibri"/>
              </a:rPr>
              <a:t>ً</a:t>
            </a:r>
            <a:r>
              <a:rPr dirty="0" baseline="34722" sz="1800" spc="32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ومعم</a:t>
            </a:r>
            <a:r>
              <a:rPr dirty="0" sz="1200" spc="-2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85">
                <a:solidFill>
                  <a:srgbClr val="161717"/>
                </a:solidFill>
                <a:latin typeface="Calibri"/>
                <a:cs typeface="Calibri"/>
              </a:rPr>
              <a:t>امش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70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هدنزاس.</a:t>
            </a:r>
            <a:r>
              <a:rPr dirty="0" sz="1200" spc="27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459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35">
                <a:solidFill>
                  <a:srgbClr val="161717"/>
                </a:solidFill>
                <a:latin typeface="Calibri"/>
                <a:cs typeface="Calibri"/>
              </a:rPr>
              <a:t>نیا</a:t>
            </a:r>
            <a:endParaRPr sz="1200">
              <a:latin typeface="Calibri"/>
              <a:cs typeface="Calibri"/>
            </a:endParaRPr>
          </a:p>
          <a:p>
            <a:pPr algn="r" marR="33655">
              <a:lnSpc>
                <a:spcPct val="100000"/>
              </a:lnSpc>
              <a:spcBef>
                <a:spcPts val="145"/>
              </a:spcBef>
            </a:pPr>
            <a:r>
              <a:rPr dirty="0" sz="1200" spc="-229">
                <a:solidFill>
                  <a:srgbClr val="161717"/>
                </a:solidFill>
                <a:latin typeface="Calibri"/>
                <a:cs typeface="Calibri"/>
              </a:rPr>
              <a:t>دنشاب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55">
                <a:solidFill>
                  <a:srgbClr val="161717"/>
                </a:solidFill>
                <a:latin typeface="Calibri"/>
                <a:cs typeface="Calibri"/>
              </a:rPr>
              <a:t>تینما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15">
                <a:solidFill>
                  <a:srgbClr val="161717"/>
                </a:solidFill>
                <a:latin typeface="Calibri"/>
                <a:cs typeface="Calibri"/>
              </a:rPr>
              <a:t>دوبهب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70">
                <a:solidFill>
                  <a:srgbClr val="161717"/>
                </a:solidFill>
                <a:latin typeface="Calibri"/>
                <a:cs typeface="Calibri"/>
              </a:rPr>
              <a:t>تلااکشا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90">
                <a:solidFill>
                  <a:srgbClr val="161717"/>
                </a:solidFill>
                <a:latin typeface="Calibri"/>
                <a:cs typeface="Calibri"/>
              </a:rPr>
              <a:t>عفر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70">
                <a:solidFill>
                  <a:srgbClr val="161717"/>
                </a:solidFill>
                <a:latin typeface="Calibri"/>
                <a:cs typeface="Calibri"/>
              </a:rPr>
              <a:t>لماش</a:t>
            </a:r>
            <a:r>
              <a:rPr dirty="0" sz="1200" spc="-4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دنناوت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04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200" spc="-6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اه</a:t>
            </a:r>
            <a:r>
              <a:rPr dirty="0" sz="1200" spc="-2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25462" sz="1800" spc="-31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5462" sz="1800" spc="-52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اسرزور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386" y="2527172"/>
            <a:ext cx="6558280" cy="67595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8890">
              <a:lnSpc>
                <a:spcPct val="100000"/>
              </a:lnSpc>
              <a:spcBef>
                <a:spcPts val="90"/>
              </a:spcBef>
            </a:pPr>
            <a:r>
              <a:rPr dirty="0" u="heavy" sz="2000" spc="-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ت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ط</a:t>
            </a:r>
            <a:r>
              <a:rPr dirty="0" u="heavy" sz="2000" spc="-1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اق</a:t>
            </a:r>
            <a:r>
              <a:rPr dirty="0" u="heavy" sz="2000" spc="-5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1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رد</a:t>
            </a:r>
            <a:r>
              <a:rPr dirty="0" u="heavy" sz="2000" spc="-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1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دنم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6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5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افت</a:t>
            </a:r>
            <a:r>
              <a:rPr dirty="0" u="heavy" sz="2000" spc="-7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س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25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وم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Calibri"/>
              <a:cs typeface="Calibri"/>
            </a:endParaRPr>
          </a:p>
          <a:p>
            <a:pPr algn="ctr" marL="12700">
              <a:lnSpc>
                <a:spcPct val="100000"/>
              </a:lnSpc>
            </a:pP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توق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طاقن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دنراد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نس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تبسن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یدایز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یایازم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r" marR="10668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4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0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endParaRPr sz="1500">
              <a:latin typeface="Calibri"/>
              <a:cs typeface="Calibri"/>
            </a:endParaRPr>
          </a:p>
          <a:p>
            <a:pPr marL="419734">
              <a:lnSpc>
                <a:spcPct val="100000"/>
              </a:lnSpc>
              <a:spcBef>
                <a:spcPts val="459"/>
              </a:spcBef>
            </a:pP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،تشگنا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هتفش</a:t>
            </a:r>
            <a:r>
              <a:rPr dirty="0" baseline="18518" sz="2250" spc="-10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15">
                <a:solidFill>
                  <a:srgbClr val="1F1F1F"/>
                </a:solidFill>
                <a:latin typeface="Calibri"/>
                <a:cs typeface="Calibri"/>
              </a:rPr>
              <a:t>یپ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یروانف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9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49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29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5">
                <a:solidFill>
                  <a:srgbClr val="1F1F1F"/>
                </a:solidFill>
                <a:latin typeface="Calibri"/>
                <a:cs typeface="Calibri"/>
              </a:rPr>
              <a:t>شیب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59105">
              <a:lnSpc>
                <a:spcPct val="100000"/>
              </a:lnSpc>
              <a:spcBef>
                <a:spcPts val="430"/>
              </a:spcBef>
            </a:pP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لباق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نات</a:t>
            </a:r>
            <a:r>
              <a:rPr dirty="0" baseline="18518" sz="2250" spc="-3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24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راکلحم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endParaRPr sz="1500">
              <a:latin typeface="Calibri"/>
              <a:cs typeface="Calibri"/>
            </a:endParaRPr>
          </a:p>
          <a:p>
            <a:pPr algn="r" marR="56451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459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هی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وت</a:t>
            </a:r>
            <a:endParaRPr sz="1500">
              <a:latin typeface="Calibri"/>
              <a:cs typeface="Calibri"/>
            </a:endParaRPr>
          </a:p>
          <a:p>
            <a:pPr marL="203200">
              <a:lnSpc>
                <a:spcPct val="100000"/>
              </a:lnSpc>
              <a:spcBef>
                <a:spcPts val="459"/>
              </a:spcBef>
            </a:pP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نیاربانب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،دنرب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دیلکزا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زاین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50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50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3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5">
                <a:solidFill>
                  <a:srgbClr val="1F1F1F"/>
                </a:solidFill>
                <a:latin typeface="Calibri"/>
                <a:cs typeface="Calibri"/>
              </a:rPr>
              <a:t>شیب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حار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15189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41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دینکزاب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5">
                <a:solidFill>
                  <a:srgbClr val="1F1F1F"/>
                </a:solidFill>
                <a:latin typeface="Calibri"/>
                <a:cs typeface="Calibri"/>
              </a:rPr>
              <a:t>کیت</a:t>
            </a:r>
            <a:r>
              <a:rPr dirty="0" baseline="24074" sz="2250" spc="-6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مویب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شور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ریاس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،هارمه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endParaRPr sz="1500">
              <a:latin typeface="Calibri"/>
              <a:cs typeface="Calibri"/>
            </a:endParaRPr>
          </a:p>
          <a:p>
            <a:pPr marL="139700">
              <a:lnSpc>
                <a:spcPct val="100000"/>
              </a:lnSpc>
              <a:spcBef>
                <a:spcPts val="434"/>
              </a:spcBef>
            </a:pP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ریاس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ناوت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9">
                <a:solidFill>
                  <a:srgbClr val="1F1F1F"/>
                </a:solidFill>
                <a:latin typeface="Calibri"/>
                <a:cs typeface="Calibri"/>
              </a:rPr>
              <a:t>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تیلباق</a:t>
            </a:r>
            <a:r>
              <a:rPr dirty="0" sz="1500" spc="10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57480">
              <a:lnSpc>
                <a:spcPct val="100000"/>
              </a:lnSpc>
              <a:spcBef>
                <a:spcPts val="455"/>
              </a:spcBef>
            </a:pP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9">
                <a:solidFill>
                  <a:srgbClr val="1F1F1F"/>
                </a:solidFill>
                <a:latin typeface="Calibri"/>
                <a:cs typeface="Calibri"/>
              </a:rPr>
              <a:t>نک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نانامهم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1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درک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نکدنمشوه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endParaRPr sz="1500">
              <a:latin typeface="Calibri"/>
              <a:cs typeface="Calibri"/>
            </a:endParaRPr>
          </a:p>
          <a:p>
            <a:pPr marL="267652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3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دشاب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دیفم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راکلحم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endParaRPr sz="1500">
              <a:latin typeface="Calibri"/>
              <a:cs typeface="Calibri"/>
            </a:endParaRPr>
          </a:p>
          <a:p>
            <a:pPr marL="76771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2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هدش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هدروآ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توق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طاقن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هوحن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صاخ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لاثم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دنچ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اجنیا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endParaRPr sz="1500">
              <a:latin typeface="Calibri"/>
              <a:cs typeface="Calibri"/>
            </a:endParaRPr>
          </a:p>
          <a:p>
            <a:pPr marL="495934">
              <a:lnSpc>
                <a:spcPct val="100000"/>
              </a:lnSpc>
              <a:spcBef>
                <a:spcPts val="430"/>
              </a:spcBef>
            </a:pP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طسوت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زاجمت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غ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دورو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یروانف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6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6705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تظ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68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ادن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15">
                <a:solidFill>
                  <a:srgbClr val="1F1F1F"/>
                </a:solidFill>
                <a:latin typeface="Calibri"/>
                <a:cs typeface="Calibri"/>
              </a:rPr>
              <a:t>لک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4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2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endParaRPr sz="1500">
              <a:latin typeface="Calibri"/>
              <a:cs typeface="Calibri"/>
            </a:endParaRPr>
          </a:p>
          <a:p>
            <a:pPr marL="361950">
              <a:lnSpc>
                <a:spcPct val="100000"/>
              </a:lnSpc>
              <a:spcBef>
                <a:spcPts val="459"/>
              </a:spcBef>
            </a:pP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،دینکزاب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دهد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ناکما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6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6642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endParaRPr sz="1500">
              <a:latin typeface="Calibri"/>
              <a:cs typeface="Calibri"/>
            </a:endParaRPr>
          </a:p>
          <a:p>
            <a:pPr marL="447040">
              <a:lnSpc>
                <a:spcPct val="100000"/>
              </a:lnSpc>
              <a:spcBef>
                <a:spcPts val="434"/>
              </a:spcBef>
            </a:pP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نارگید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تقوم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دهد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ناکما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لاتیجید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یاهدیلک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6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5115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هد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5">
                <a:solidFill>
                  <a:srgbClr val="1F1F1F"/>
                </a:solidFill>
                <a:latin typeface="Calibri"/>
                <a:cs typeface="Calibri"/>
              </a:rPr>
              <a:t>سی</a:t>
            </a:r>
            <a:r>
              <a:rPr dirty="0" sz="1500" spc="-4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endParaRPr sz="1500">
              <a:latin typeface="Calibri"/>
              <a:cs typeface="Calibri"/>
            </a:endParaRPr>
          </a:p>
          <a:p>
            <a:pPr marL="230504">
              <a:lnSpc>
                <a:spcPct val="100000"/>
              </a:lnSpc>
              <a:spcBef>
                <a:spcPts val="455"/>
              </a:spcBef>
            </a:pP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حار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دوبهب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لیاع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425">
                <a:solidFill>
                  <a:srgbClr val="1F1F1F"/>
                </a:solidFill>
                <a:latin typeface="Calibri"/>
                <a:cs typeface="Calibri"/>
              </a:rPr>
              <a:t>هنیزگ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،توق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طاقن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هجوت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endParaRPr sz="1500">
              <a:latin typeface="Calibri"/>
              <a:cs typeface="Calibri"/>
            </a:endParaRPr>
          </a:p>
          <a:p>
            <a:pPr algn="r" marR="107314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 algn="ctr" marL="4445">
              <a:lnSpc>
                <a:spcPct val="100000"/>
              </a:lnSpc>
              <a:spcBef>
                <a:spcPts val="1435"/>
              </a:spcBef>
            </a:pPr>
            <a:r>
              <a:rPr dirty="0" u="heavy" sz="2000" spc="1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2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2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ت</a:t>
            </a:r>
            <a:r>
              <a:rPr dirty="0" u="heavy" sz="2000" spc="-4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ین</a:t>
            </a:r>
            <a:r>
              <a:rPr dirty="0" u="heavy" sz="2000" spc="-3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16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2764" y="816609"/>
            <a:ext cx="6529705" cy="853503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r" marL="114300" marR="111760" indent="60960">
              <a:lnSpc>
                <a:spcPct val="103299"/>
              </a:lnSpc>
              <a:spcBef>
                <a:spcPts val="50"/>
              </a:spcBef>
            </a:pPr>
            <a:r>
              <a:rPr dirty="0" sz="1200" spc="-200">
                <a:latin typeface="Calibri"/>
                <a:cs typeface="Calibri"/>
              </a:rPr>
              <a:t>ناشرابتعا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هدش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یراذگدکو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نما </a:t>
            </a:r>
            <a:r>
              <a:rPr dirty="0" sz="1200" spc="-125">
                <a:latin typeface="Calibri"/>
                <a:cs typeface="Calibri"/>
              </a:rPr>
              <a:t>تروص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هدش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یراذگزمر </a:t>
            </a:r>
            <a:r>
              <a:rPr dirty="0" sz="1200" spc="-280">
                <a:latin typeface="Calibri"/>
                <a:cs typeface="Calibri"/>
              </a:rPr>
              <a:t>ربراک</a:t>
            </a:r>
            <a:r>
              <a:rPr dirty="0" sz="1200" spc="-120">
                <a:latin typeface="Calibri"/>
                <a:cs typeface="Calibri"/>
              </a:rPr>
              <a:t> </a:t>
            </a:r>
            <a:r>
              <a:rPr dirty="0" sz="1200" spc="-75">
                <a:latin typeface="Calibri"/>
                <a:cs typeface="Calibri"/>
              </a:rPr>
              <a:t>یاهزمر </a:t>
            </a:r>
            <a:r>
              <a:rPr dirty="0" sz="1200">
                <a:latin typeface="Calibri"/>
                <a:cs typeface="Calibri"/>
              </a:rPr>
              <a:t>زا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 spc="-225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اب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دنمشوه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265">
                <a:latin typeface="Calibri"/>
                <a:cs typeface="Calibri"/>
              </a:rPr>
              <a:t> </a:t>
            </a:r>
            <a:r>
              <a:rPr dirty="0" baseline="4629" sz="1800" spc="-292">
                <a:latin typeface="Calibri"/>
                <a:cs typeface="Calibri"/>
              </a:rPr>
              <a:t>:</a:t>
            </a:r>
            <a:r>
              <a:rPr dirty="0" sz="1200" spc="-195">
                <a:latin typeface="Calibri"/>
                <a:cs typeface="Calibri"/>
              </a:rPr>
              <a:t>ناربراک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میامت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هجوت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لباق </a:t>
            </a:r>
            <a:r>
              <a:rPr dirty="0" sz="1200" spc="-225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ی</a:t>
            </a:r>
            <a:r>
              <a:rPr dirty="0" baseline="16203" sz="1800" spc="-390">
                <a:latin typeface="Calibri"/>
                <a:cs typeface="Calibri"/>
              </a:rPr>
              <a:t>ی</a:t>
            </a:r>
            <a:r>
              <a:rPr dirty="0" baseline="-4629" sz="1800" spc="247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ناوق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20">
                <a:latin typeface="Calibri"/>
                <a:cs typeface="Calibri"/>
              </a:rPr>
              <a:t>لیصا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درکلمع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55">
                <a:latin typeface="Calibri"/>
                <a:cs typeface="Calibri"/>
              </a:rPr>
              <a:t>زمر </a:t>
            </a:r>
            <a:r>
              <a:rPr dirty="0" sz="1200">
                <a:latin typeface="Calibri"/>
                <a:cs typeface="Calibri"/>
              </a:rPr>
              <a:t>زا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ی</a:t>
            </a:r>
            <a:r>
              <a:rPr dirty="0" baseline="16203" sz="1800" spc="-390">
                <a:latin typeface="Calibri"/>
                <a:cs typeface="Calibri"/>
              </a:rPr>
              <a:t>ی</a:t>
            </a:r>
            <a:r>
              <a:rPr dirty="0" baseline="-4629" sz="1800" spc="254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ناوق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95">
                <a:latin typeface="Calibri"/>
                <a:cs typeface="Calibri"/>
              </a:rPr>
              <a:t>اذل </a:t>
            </a:r>
            <a:r>
              <a:rPr dirty="0" baseline="4629" sz="1800" spc="-315">
                <a:latin typeface="Calibri"/>
                <a:cs typeface="Calibri"/>
              </a:rPr>
              <a:t>.</a:t>
            </a:r>
            <a:r>
              <a:rPr dirty="0" sz="1200" spc="-210">
                <a:latin typeface="Calibri"/>
                <a:cs typeface="Calibri"/>
              </a:rPr>
              <a:t>دننک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ادیپ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05">
                <a:latin typeface="Calibri"/>
                <a:cs typeface="Calibri"/>
              </a:rPr>
              <a:t>سیت</a:t>
            </a:r>
            <a:r>
              <a:rPr dirty="0" baseline="25462" sz="1800" spc="-607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سد </a:t>
            </a:r>
            <a:r>
              <a:rPr dirty="0" sz="1200" spc="15">
                <a:latin typeface="Calibri"/>
                <a:cs typeface="Calibri"/>
              </a:rPr>
              <a:t>زاجم </a:t>
            </a:r>
            <a:r>
              <a:rPr dirty="0" sz="1200" spc="-150">
                <a:latin typeface="Calibri"/>
                <a:cs typeface="Calibri"/>
              </a:rPr>
              <a:t>زکارم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280">
                <a:latin typeface="Calibri"/>
                <a:cs typeface="Calibri"/>
              </a:rPr>
              <a:t>ثوتولب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قیرط</a:t>
            </a:r>
            <a:r>
              <a:rPr dirty="0" sz="1200" spc="-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 </a:t>
            </a:r>
            <a:r>
              <a:rPr dirty="0" sz="1200" spc="-235">
                <a:latin typeface="Calibri"/>
                <a:cs typeface="Calibri"/>
              </a:rPr>
              <a:t>،تنت</a:t>
            </a:r>
            <a:r>
              <a:rPr dirty="0" baseline="25462" sz="1800" spc="-352">
                <a:latin typeface="Calibri"/>
                <a:cs typeface="Calibri"/>
              </a:rPr>
              <a:t>:</a:t>
            </a:r>
            <a:r>
              <a:rPr dirty="0" baseline="25462" sz="1800" spc="-135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نیا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245">
                <a:latin typeface="Calibri"/>
                <a:cs typeface="Calibri"/>
              </a:rPr>
              <a:t>دننکمی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390">
                <a:latin typeface="Calibri"/>
                <a:cs typeface="Calibri"/>
              </a:rPr>
              <a:t>دییأت </a:t>
            </a:r>
            <a:r>
              <a:rPr dirty="0" sz="1200" spc="-260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ار</a:t>
            </a:r>
            <a:endParaRPr sz="1200">
              <a:latin typeface="Calibri"/>
              <a:cs typeface="Calibri"/>
            </a:endParaRPr>
          </a:p>
          <a:p>
            <a:pPr algn="r" marR="114935">
              <a:lnSpc>
                <a:spcPct val="100000"/>
              </a:lnSpc>
              <a:spcBef>
                <a:spcPts val="25"/>
              </a:spcBef>
            </a:pPr>
            <a:r>
              <a:rPr dirty="0" sz="1200" spc="-180">
                <a:latin typeface="Calibri"/>
                <a:cs typeface="Calibri"/>
              </a:rPr>
              <a:t>د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-4629" sz="1800" spc="-405">
                <a:latin typeface="Calibri"/>
                <a:cs typeface="Calibri"/>
              </a:rPr>
              <a:t> </a:t>
            </a:r>
            <a:r>
              <a:rPr dirty="0" baseline="-4629" sz="1800" spc="-157">
                <a:latin typeface="Calibri"/>
                <a:cs typeface="Calibri"/>
              </a:rPr>
              <a:t> </a:t>
            </a:r>
            <a:r>
              <a:rPr dirty="0" sz="1200" spc="-520">
                <a:latin typeface="Calibri"/>
                <a:cs typeface="Calibri"/>
              </a:rPr>
              <a:t>گ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ه</a:t>
            </a: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295">
                <a:latin typeface="Calibri"/>
                <a:cs typeface="Calibri"/>
              </a:rPr>
              <a:t>ه</a:t>
            </a:r>
            <a:r>
              <a:rPr dirty="0" sz="1200" spc="-130">
                <a:latin typeface="Calibri"/>
                <a:cs typeface="Calibri"/>
              </a:rPr>
              <a:t>ع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ه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 spc="5">
                <a:latin typeface="Calibri"/>
                <a:cs typeface="Calibri"/>
              </a:rPr>
              <a:t>ر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Calibri"/>
              <a:cs typeface="Calibri"/>
            </a:endParaRPr>
          </a:p>
          <a:p>
            <a:pPr algn="r" marL="1845945" marR="111125" indent="-1588770">
              <a:lnSpc>
                <a:spcPct val="101699"/>
              </a:lnSpc>
            </a:pPr>
            <a:r>
              <a:rPr dirty="0" sz="1200" spc="-195">
                <a:latin typeface="Calibri"/>
                <a:cs typeface="Calibri"/>
              </a:rPr>
              <a:t>هدنزادرپ</a:t>
            </a:r>
            <a:r>
              <a:rPr dirty="0" sz="1200" spc="-190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کی</a:t>
            </a:r>
            <a:r>
              <a:rPr dirty="0" sz="1200" spc="-250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دیرخ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195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یدایز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110">
                <a:latin typeface="Calibri"/>
                <a:cs typeface="Calibri"/>
              </a:rPr>
              <a:t>یاههار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 spc="-100">
                <a:latin typeface="Calibri"/>
                <a:cs typeface="Calibri"/>
              </a:rPr>
              <a:t>یدنمشوه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شیامزآ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90">
                <a:latin typeface="Calibri"/>
                <a:cs typeface="Calibri"/>
              </a:rPr>
              <a:t>دناهداد </a:t>
            </a:r>
            <a:r>
              <a:rPr dirty="0" sz="1200" spc="-110">
                <a:latin typeface="Calibri"/>
                <a:cs typeface="Calibri"/>
              </a:rPr>
              <a:t>رارق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فده </a:t>
            </a:r>
            <a:r>
              <a:rPr dirty="0" sz="1200" spc="-80">
                <a:latin typeface="Calibri"/>
                <a:cs typeface="Calibri"/>
              </a:rPr>
              <a:t>ار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یاهلفق</a:t>
            </a:r>
            <a:r>
              <a:rPr dirty="0" sz="1200" spc="-145">
                <a:latin typeface="Calibri"/>
                <a:cs typeface="Calibri"/>
              </a:rPr>
              <a:t> </a:t>
            </a:r>
            <a:r>
              <a:rPr dirty="0" sz="1200" spc="-395">
                <a:latin typeface="Calibri"/>
                <a:cs typeface="Calibri"/>
              </a:rPr>
              <a:t>هتسویپ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65">
                <a:latin typeface="Calibri"/>
                <a:cs typeface="Calibri"/>
              </a:rPr>
              <a:t>روط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اهرکه </a:t>
            </a:r>
            <a:r>
              <a:rPr dirty="0" sz="1200" spc="-260">
                <a:latin typeface="Calibri"/>
                <a:cs typeface="Calibri"/>
              </a:rPr>
              <a:t> </a:t>
            </a:r>
            <a:r>
              <a:rPr dirty="0" sz="1200" spc="-180">
                <a:latin typeface="Calibri"/>
                <a:cs typeface="Calibri"/>
              </a:rPr>
              <a:t>دناهدرک</a:t>
            </a:r>
            <a:r>
              <a:rPr dirty="0" sz="1200" spc="-140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هئارا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گینوت</a:t>
            </a:r>
            <a:r>
              <a:rPr dirty="0" baseline="25462" sz="1800" spc="-442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کلا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زمر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ی</a:t>
            </a:r>
            <a:r>
              <a:rPr dirty="0" baseline="16203" sz="1800" spc="-390">
                <a:latin typeface="Calibri"/>
                <a:cs typeface="Calibri"/>
              </a:rPr>
              <a:t>ی</a:t>
            </a:r>
            <a:r>
              <a:rPr dirty="0" baseline="16203" sz="1800" spc="247">
                <a:latin typeface="Calibri"/>
                <a:cs typeface="Calibri"/>
              </a:rPr>
              <a:t> </a:t>
            </a:r>
            <a:r>
              <a:rPr dirty="0" baseline="25462" sz="1800" spc="-480">
                <a:latin typeface="Calibri"/>
                <a:cs typeface="Calibri"/>
              </a:rPr>
              <a:t>:</a:t>
            </a:r>
            <a:r>
              <a:rPr dirty="0" baseline="25462" sz="1800" spc="-89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سکش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 spc="-110">
                <a:latin typeface="Calibri"/>
                <a:cs typeface="Calibri"/>
              </a:rPr>
              <a:t>روظنم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30">
                <a:latin typeface="Calibri"/>
                <a:cs typeface="Calibri"/>
              </a:rPr>
              <a:t>ت</a:t>
            </a:r>
            <a:r>
              <a:rPr dirty="0" baseline="18518" sz="1800" spc="-494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ینما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سیوسر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ای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گناب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85">
                <a:latin typeface="Calibri"/>
                <a:cs typeface="Calibri"/>
              </a:rPr>
              <a:t>هاگشورف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لوپ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85">
                <a:latin typeface="Calibri"/>
                <a:cs typeface="Calibri"/>
              </a:rPr>
              <a:t>ات</a:t>
            </a:r>
            <a:r>
              <a:rPr dirty="0" baseline="25462" sz="1800" spc="-427">
                <a:latin typeface="Calibri"/>
                <a:cs typeface="Calibri"/>
              </a:rPr>
              <a:t>:</a:t>
            </a:r>
            <a:r>
              <a:rPr dirty="0" sz="1200" spc="-415">
                <a:latin typeface="Calibri"/>
                <a:cs typeface="Calibri"/>
              </a:rPr>
              <a:t>لا</a:t>
            </a:r>
            <a:endParaRPr sz="1200">
              <a:latin typeface="Calibri"/>
              <a:cs typeface="Calibri"/>
            </a:endParaRPr>
          </a:p>
          <a:p>
            <a:pPr algn="just" marL="144145" marR="106680" indent="228600">
              <a:lnSpc>
                <a:spcPct val="125400"/>
              </a:lnSpc>
              <a:spcBef>
                <a:spcPts val="1355"/>
              </a:spcBef>
            </a:pP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هتفش</a:t>
            </a:r>
            <a:r>
              <a:rPr dirty="0" baseline="18518" sz="2250" spc="-10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15">
                <a:solidFill>
                  <a:srgbClr val="1F1F1F"/>
                </a:solidFill>
                <a:latin typeface="Calibri"/>
                <a:cs typeface="Calibri"/>
              </a:rPr>
              <a:t>یپ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یروانف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نس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39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ومعم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راکلحم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زمر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،تشگنا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endParaRPr sz="1500">
              <a:latin typeface="Calibri"/>
              <a:cs typeface="Calibri"/>
            </a:endParaRPr>
          </a:p>
          <a:p>
            <a:pPr algn="just" marL="180975" marR="107314" indent="3963670">
              <a:lnSpc>
                <a:spcPct val="124700"/>
              </a:lnSpc>
              <a:spcBef>
                <a:spcPts val="1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459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هی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5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ب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59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5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9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تسین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55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68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ماک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چیه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دیشاب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دای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مهم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ضخش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تاعلاطا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3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5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میا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تاکن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مهم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نیاربانب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،دنوش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که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endParaRPr sz="1500">
              <a:latin typeface="Calibri"/>
              <a:cs typeface="Calibri"/>
            </a:endParaRPr>
          </a:p>
          <a:p>
            <a:pPr algn="r" marR="10985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وخ</a:t>
            </a:r>
            <a:endParaRPr sz="1500">
              <a:latin typeface="Calibri"/>
              <a:cs typeface="Calibri"/>
            </a:endParaRPr>
          </a:p>
          <a:p>
            <a:pPr marL="148336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6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دنترابع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دنراذگب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5">
                <a:solidFill>
                  <a:srgbClr val="1F1F1F"/>
                </a:solidFill>
                <a:latin typeface="Calibri"/>
                <a:cs typeface="Calibri"/>
              </a:rPr>
              <a:t>ثأت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لیماوع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endParaRPr sz="150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spcBef>
                <a:spcPts val="430"/>
              </a:spcBef>
            </a:pP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نیریاس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عاونا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6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105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500" spc="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73304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2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5185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ث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marL="278765">
              <a:lnSpc>
                <a:spcPct val="100000"/>
              </a:lnSpc>
              <a:spcBef>
                <a:spcPts val="459"/>
              </a:spcBef>
            </a:pP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-30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اضا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1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-5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10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27889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دنهد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شیازفا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رادروخرب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endParaRPr sz="1500">
              <a:latin typeface="Calibri"/>
              <a:cs typeface="Calibri"/>
            </a:endParaRPr>
          </a:p>
          <a:p>
            <a:pPr algn="ctr" marR="135890">
              <a:lnSpc>
                <a:spcPct val="100000"/>
              </a:lnSpc>
              <a:spcBef>
                <a:spcPts val="430"/>
              </a:spcBef>
            </a:pP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یرازفا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مرن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4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ومعم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هدنزاس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4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یرازفا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مرن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10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R="14224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دوبهب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تلااکشا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0">
                <a:solidFill>
                  <a:srgbClr val="1F1F1F"/>
                </a:solidFill>
                <a:latin typeface="Calibri"/>
                <a:cs typeface="Calibri"/>
              </a:rPr>
              <a:t>عفر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لماش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8518" sz="2250" spc="-9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Calibri"/>
              <a:cs typeface="Calibri"/>
            </a:endParaRPr>
          </a:p>
          <a:p>
            <a:pPr algn="r" marR="108585">
              <a:lnSpc>
                <a:spcPct val="100000"/>
              </a:lnSpc>
            </a:pPr>
            <a:r>
              <a:rPr dirty="0" baseline="3703" sz="2250" spc="-12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هدش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هدروآ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شیازفا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5">
                <a:solidFill>
                  <a:srgbClr val="1F1F1F"/>
                </a:solidFill>
                <a:latin typeface="Calibri"/>
                <a:cs typeface="Calibri"/>
              </a:rPr>
              <a:t>هتکن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دنچ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اجنیا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endParaRPr sz="1500">
              <a:latin typeface="Calibri"/>
              <a:cs typeface="Calibri"/>
            </a:endParaRPr>
          </a:p>
          <a:p>
            <a:pPr algn="ctr" marR="130175">
              <a:lnSpc>
                <a:spcPct val="100000"/>
              </a:lnSpc>
              <a:spcBef>
                <a:spcPts val="434"/>
              </a:spcBef>
            </a:pPr>
            <a:r>
              <a:rPr dirty="0" sz="1500" spc="-43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4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کاراک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8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لقادح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لماش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یوق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یوق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61429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8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اهدامن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دادعا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،کچوک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فورح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،گرزب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فورح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endParaRPr sz="1500">
              <a:latin typeface="Calibri"/>
              <a:cs typeface="Calibri"/>
            </a:endParaRPr>
          </a:p>
          <a:p>
            <a:pPr marL="128905">
              <a:lnSpc>
                <a:spcPct val="100000"/>
              </a:lnSpc>
              <a:spcBef>
                <a:spcPts val="459"/>
              </a:spcBef>
            </a:pP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دیهد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یغت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مظنم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دیهد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یغت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مظنم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977004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3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آ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دش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marL="214629">
              <a:lnSpc>
                <a:spcPct val="100000"/>
              </a:lnSpc>
              <a:spcBef>
                <a:spcPts val="430"/>
              </a:spcBef>
            </a:pP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دیراد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هگن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دیراد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هگن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33997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دنناوتن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نارگید</a:t>
            </a:r>
            <a:endParaRPr sz="1500">
              <a:latin typeface="Calibri"/>
              <a:cs typeface="Calibri"/>
            </a:endParaRPr>
          </a:p>
          <a:p>
            <a:pPr algn="ctr" marR="160655">
              <a:lnSpc>
                <a:spcPct val="100000"/>
              </a:lnSpc>
              <a:spcBef>
                <a:spcPts val="455"/>
              </a:spcBef>
            </a:pP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یرازفا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مرن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39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ومعم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هدنزاس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دیراد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هگن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زور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R="14224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دوبهب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تلااکشا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0">
                <a:solidFill>
                  <a:srgbClr val="1F1F1F"/>
                </a:solidFill>
                <a:latin typeface="Calibri"/>
                <a:cs typeface="Calibri"/>
              </a:rPr>
              <a:t>عفر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لماش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8518" sz="2250" spc="-9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endParaRPr sz="1500">
              <a:latin typeface="Calibri"/>
              <a:cs typeface="Calibri"/>
            </a:endParaRPr>
          </a:p>
          <a:p>
            <a:pPr algn="ctr" marL="215265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46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ضخش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تاعلاطا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،ت</a:t>
            </a:r>
            <a:r>
              <a:rPr dirty="0" baseline="18518" sz="2250" spc="-21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میا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تاکن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یوت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پ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endParaRPr sz="1500">
              <a:latin typeface="Calibri"/>
              <a:cs typeface="Calibri"/>
            </a:endParaRPr>
          </a:p>
          <a:p>
            <a:pPr algn="r" marR="111760">
              <a:lnSpc>
                <a:spcPct val="100000"/>
              </a:lnSpc>
              <a:spcBef>
                <a:spcPts val="1475"/>
              </a:spcBef>
            </a:pP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17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7932" y="816609"/>
            <a:ext cx="325882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000" spc="130" b="1">
                <a:solidFill>
                  <a:srgbClr val="001F5F"/>
                </a:solidFill>
                <a:latin typeface="Calibri"/>
                <a:cs typeface="Calibri"/>
              </a:rPr>
              <a:t>د</a:t>
            </a:r>
            <a:r>
              <a:rPr dirty="0" sz="2000" spc="-470" b="1">
                <a:solidFill>
                  <a:srgbClr val="001F5F"/>
                </a:solidFill>
                <a:latin typeface="Calibri"/>
                <a:cs typeface="Calibri"/>
              </a:rPr>
              <a:t>ن</a:t>
            </a:r>
            <a:r>
              <a:rPr dirty="0" sz="2000" spc="25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r>
              <a:rPr dirty="0" sz="2000" spc="-620" b="1">
                <a:solidFill>
                  <a:srgbClr val="001F5F"/>
                </a:solidFill>
                <a:latin typeface="Calibri"/>
                <a:cs typeface="Calibri"/>
              </a:rPr>
              <a:t>ش</a:t>
            </a:r>
            <a:r>
              <a:rPr dirty="0" sz="2000" spc="80" b="1">
                <a:solidFill>
                  <a:srgbClr val="001F5F"/>
                </a:solidFill>
                <a:latin typeface="Calibri"/>
                <a:cs typeface="Calibri"/>
              </a:rPr>
              <a:t>و</a:t>
            </a:r>
            <a:r>
              <a:rPr dirty="0" sz="2000" spc="-285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001F5F"/>
                </a:solidFill>
                <a:latin typeface="Calibri"/>
                <a:cs typeface="Calibri"/>
              </a:rPr>
              <a:t>ی</a:t>
            </a:r>
            <a:r>
              <a:rPr dirty="0" sz="2000" spc="7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-285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50" b="1">
                <a:solidFill>
                  <a:srgbClr val="001F5F"/>
                </a:solidFill>
                <a:latin typeface="Calibri"/>
                <a:cs typeface="Calibri"/>
              </a:rPr>
              <a:t>ل</a:t>
            </a:r>
            <a:r>
              <a:rPr dirty="0" sz="2000" spc="-890" b="1">
                <a:solidFill>
                  <a:srgbClr val="001F5F"/>
                </a:solidFill>
                <a:latin typeface="Calibri"/>
                <a:cs typeface="Calibri"/>
              </a:rPr>
              <a:t>ف</a:t>
            </a:r>
            <a:r>
              <a:rPr dirty="0" sz="2000" spc="-530" b="1">
                <a:solidFill>
                  <a:srgbClr val="001F5F"/>
                </a:solidFill>
                <a:latin typeface="Calibri"/>
                <a:cs typeface="Calibri"/>
              </a:rPr>
              <a:t>ق</a:t>
            </a:r>
            <a:r>
              <a:rPr dirty="0" sz="200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890" b="1">
                <a:solidFill>
                  <a:srgbClr val="001F5F"/>
                </a:solidFill>
                <a:latin typeface="Calibri"/>
                <a:cs typeface="Calibri"/>
              </a:rPr>
              <a:t>ف</a:t>
            </a:r>
            <a:r>
              <a:rPr dirty="0" baseline="29166" sz="3000" spc="-15" b="1">
                <a:solidFill>
                  <a:srgbClr val="001F5F"/>
                </a:solidFill>
                <a:latin typeface="Calibri"/>
                <a:cs typeface="Calibri"/>
              </a:rPr>
              <a:t>ی</a:t>
            </a:r>
            <a:r>
              <a:rPr dirty="0" baseline="29166" sz="300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7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-585" b="1">
                <a:solidFill>
                  <a:srgbClr val="001F5F"/>
                </a:solidFill>
                <a:latin typeface="Calibri"/>
                <a:cs typeface="Calibri"/>
              </a:rPr>
              <a:t>ض</a:t>
            </a:r>
            <a:r>
              <a:rPr dirty="0" sz="2000" spc="-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001F5F"/>
                </a:solidFill>
                <a:latin typeface="Calibri"/>
                <a:cs typeface="Calibri"/>
              </a:rPr>
              <a:t>ی</a:t>
            </a:r>
            <a:r>
              <a:rPr dirty="0" sz="2000" spc="7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-285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30" b="1">
                <a:solidFill>
                  <a:srgbClr val="001F5F"/>
                </a:solidFill>
                <a:latin typeface="Calibri"/>
                <a:cs typeface="Calibri"/>
              </a:rPr>
              <a:t>ت</a:t>
            </a:r>
            <a:r>
              <a:rPr dirty="0" sz="2000" spc="-890" b="1">
                <a:solidFill>
                  <a:srgbClr val="001F5F"/>
                </a:solidFill>
                <a:latin typeface="Calibri"/>
                <a:cs typeface="Calibri"/>
              </a:rPr>
              <a:t>ی</a:t>
            </a:r>
            <a:r>
              <a:rPr dirty="0" sz="2000" spc="-770" b="1">
                <a:solidFill>
                  <a:srgbClr val="001F5F"/>
                </a:solidFill>
                <a:latin typeface="Calibri"/>
                <a:cs typeface="Calibri"/>
              </a:rPr>
              <a:t>ل</a:t>
            </a:r>
            <a:r>
              <a:rPr dirty="0" sz="2000" spc="-1275" b="1">
                <a:solidFill>
                  <a:srgbClr val="001F5F"/>
                </a:solidFill>
                <a:latin typeface="Calibri"/>
                <a:cs typeface="Calibri"/>
              </a:rPr>
              <a:t>ب</a:t>
            </a:r>
            <a:r>
              <a:rPr dirty="0" sz="2000" spc="-9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-700" b="1">
                <a:solidFill>
                  <a:srgbClr val="001F5F"/>
                </a:solidFill>
                <a:latin typeface="Calibri"/>
                <a:cs typeface="Calibri"/>
              </a:rPr>
              <a:t>ق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96032" y="1109725"/>
            <a:ext cx="3183890" cy="15240"/>
          </a:xfrm>
          <a:custGeom>
            <a:avLst/>
            <a:gdLst/>
            <a:ahLst/>
            <a:cxnLst/>
            <a:rect l="l" t="t" r="r" b="b"/>
            <a:pathLst>
              <a:path w="3183890" h="15240">
                <a:moveTo>
                  <a:pt x="3183382" y="0"/>
                </a:moveTo>
                <a:lnTo>
                  <a:pt x="0" y="0"/>
                </a:lnTo>
                <a:lnTo>
                  <a:pt x="0" y="15240"/>
                </a:lnTo>
                <a:lnTo>
                  <a:pt x="3183382" y="15240"/>
                </a:lnTo>
                <a:lnTo>
                  <a:pt x="318338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7440" y="1353057"/>
            <a:ext cx="6449060" cy="31356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73355" marR="106680" indent="60960">
              <a:lnSpc>
                <a:spcPct val="101899"/>
              </a:lnSpc>
              <a:spcBef>
                <a:spcPts val="70"/>
              </a:spcBef>
            </a:pP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baseline="4629" sz="1800" spc="-187">
                <a:latin typeface="Calibri"/>
                <a:cs typeface="Calibri"/>
              </a:rPr>
              <a:t>.</a:t>
            </a:r>
            <a:r>
              <a:rPr dirty="0" sz="1200" spc="-125">
                <a:latin typeface="Calibri"/>
                <a:cs typeface="Calibri"/>
              </a:rPr>
              <a:t>دوشمی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هدافتسا</a:t>
            </a:r>
            <a:r>
              <a:rPr dirty="0" sz="1200" spc="-204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،اهنآ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20">
                <a:latin typeface="Calibri"/>
                <a:cs typeface="Calibri"/>
              </a:rPr>
              <a:t>دربراکو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ب</a:t>
            </a:r>
            <a:r>
              <a:rPr dirty="0" baseline="-13888" sz="1800" spc="187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آراک</a:t>
            </a:r>
            <a:r>
              <a:rPr dirty="0" sz="1200" spc="-145">
                <a:latin typeface="Calibri"/>
                <a:cs typeface="Calibri"/>
              </a:rPr>
              <a:t> </a:t>
            </a:r>
            <a:r>
              <a:rPr dirty="0" sz="1200" spc="-315">
                <a:latin typeface="Calibri"/>
                <a:cs typeface="Calibri"/>
              </a:rPr>
              <a:t>دوبهب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75">
                <a:latin typeface="Calibri"/>
                <a:cs typeface="Calibri"/>
              </a:rPr>
              <a:t>هکدنتسه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ب</a:t>
            </a:r>
            <a:r>
              <a:rPr dirty="0" baseline="-13888" sz="1800" spc="187">
                <a:latin typeface="Calibri"/>
                <a:cs typeface="Calibri"/>
              </a:rPr>
              <a:t> </a:t>
            </a:r>
            <a:r>
              <a:rPr dirty="0" sz="1200" spc="-225">
                <a:latin typeface="Calibri"/>
                <a:cs typeface="Calibri"/>
              </a:rPr>
              <a:t>اهتیلباق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یاراد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نس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26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فلاخرب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90">
                <a:latin typeface="Calibri"/>
                <a:cs typeface="Calibri"/>
              </a:rPr>
              <a:t>لفق </a:t>
            </a:r>
            <a:r>
              <a:rPr dirty="0" sz="1200" spc="-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لت</a:t>
            </a:r>
            <a:r>
              <a:rPr dirty="0" baseline="25462" sz="1800" spc="-419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415">
                <a:latin typeface="Calibri"/>
                <a:cs typeface="Calibri"/>
              </a:rPr>
              <a:t>نک</a:t>
            </a:r>
            <a:r>
              <a:rPr dirty="0" sz="1200" spc="-135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لت</a:t>
            </a:r>
            <a:r>
              <a:rPr dirty="0" baseline="25462" sz="1800" spc="-419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415">
                <a:latin typeface="Calibri"/>
                <a:cs typeface="Calibri"/>
              </a:rPr>
              <a:t>نک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 spc="-135">
                <a:latin typeface="Calibri"/>
                <a:cs typeface="Calibri"/>
              </a:rPr>
              <a:t>،ندرک </a:t>
            </a:r>
            <a:r>
              <a:rPr dirty="0" sz="1200" spc="5">
                <a:latin typeface="Calibri"/>
                <a:cs typeface="Calibri"/>
              </a:rPr>
              <a:t>شوماخ </a:t>
            </a:r>
            <a:r>
              <a:rPr dirty="0" sz="1200" spc="-70">
                <a:latin typeface="Calibri"/>
                <a:cs typeface="Calibri"/>
              </a:rPr>
              <a:t>غارچ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،یزادرپرون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لت</a:t>
            </a:r>
            <a:r>
              <a:rPr dirty="0" baseline="25462" sz="1800" spc="-419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415">
                <a:latin typeface="Calibri"/>
                <a:cs typeface="Calibri"/>
              </a:rPr>
              <a:t>نک</a:t>
            </a:r>
            <a:r>
              <a:rPr dirty="0" sz="1200" spc="-1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،هناخ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قاتا</a:t>
            </a:r>
            <a:r>
              <a:rPr dirty="0" sz="1200" spc="-150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ای</a:t>
            </a:r>
            <a:r>
              <a:rPr dirty="0" sz="1200" spc="-210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قاتا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تیعضو</a:t>
            </a:r>
            <a:r>
              <a:rPr dirty="0" sz="1200" spc="-160">
                <a:latin typeface="Calibri"/>
                <a:cs typeface="Calibri"/>
              </a:rPr>
              <a:t> </a:t>
            </a:r>
            <a:r>
              <a:rPr dirty="0" sz="1200" spc="-110">
                <a:latin typeface="Calibri"/>
                <a:cs typeface="Calibri"/>
              </a:rPr>
              <a:t>ندید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دننام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یدراوم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70">
                <a:latin typeface="Calibri"/>
                <a:cs typeface="Calibri"/>
              </a:rPr>
              <a:t>لماش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دنناوت</a:t>
            </a:r>
            <a:r>
              <a:rPr dirty="0" sz="1200" spc="-17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185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اه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85">
                <a:latin typeface="Calibri"/>
                <a:cs typeface="Calibri"/>
              </a:rPr>
              <a:t>تیلباق</a:t>
            </a:r>
            <a:endParaRPr sz="1200">
              <a:latin typeface="Calibri"/>
              <a:cs typeface="Calibri"/>
            </a:endParaRPr>
          </a:p>
          <a:p>
            <a:pPr algn="r" marR="106045">
              <a:lnSpc>
                <a:spcPct val="100000"/>
              </a:lnSpc>
              <a:spcBef>
                <a:spcPts val="25"/>
              </a:spcBef>
            </a:pP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325">
                <a:latin typeface="Calibri"/>
                <a:cs typeface="Calibri"/>
              </a:rPr>
              <a:t>ن</a:t>
            </a:r>
            <a:r>
              <a:rPr dirty="0" sz="1200" spc="-315">
                <a:latin typeface="Calibri"/>
                <a:cs typeface="Calibri"/>
              </a:rPr>
              <a:t>ش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165">
                <a:latin typeface="Calibri"/>
                <a:cs typeface="Calibri"/>
              </a:rPr>
              <a:t>ه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15">
                <a:latin typeface="Calibri"/>
                <a:cs typeface="Calibri"/>
              </a:rPr>
              <a:t>ت</a:t>
            </a:r>
            <a:r>
              <a:rPr dirty="0" sz="1200" spc="-195">
                <a:latin typeface="Calibri"/>
                <a:cs typeface="Calibri"/>
              </a:rPr>
              <a:t>ی</a:t>
            </a:r>
            <a:r>
              <a:rPr dirty="0" sz="1200" spc="-350">
                <a:latin typeface="Calibri"/>
                <a:cs typeface="Calibri"/>
              </a:rPr>
              <a:t>ل</a:t>
            </a:r>
            <a:r>
              <a:rPr dirty="0" sz="1200" spc="-680">
                <a:latin typeface="Calibri"/>
                <a:cs typeface="Calibri"/>
              </a:rPr>
              <a:t>ب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320">
                <a:latin typeface="Calibri"/>
                <a:cs typeface="Calibri"/>
              </a:rPr>
              <a:t>ق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ر</a:t>
            </a:r>
            <a:r>
              <a:rPr dirty="0" sz="1200" spc="-320">
                <a:latin typeface="Calibri"/>
                <a:cs typeface="Calibri"/>
              </a:rPr>
              <a:t>گ</a:t>
            </a:r>
            <a:r>
              <a:rPr dirty="0" sz="1200" spc="-495">
                <a:latin typeface="Calibri"/>
                <a:cs typeface="Calibri"/>
              </a:rPr>
              <a:t>ی</a:t>
            </a:r>
            <a:r>
              <a:rPr dirty="0" sz="1200">
                <a:latin typeface="Calibri"/>
                <a:cs typeface="Calibri"/>
              </a:rPr>
              <a:t>د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ر</a:t>
            </a:r>
            <a:r>
              <a:rPr dirty="0" sz="1200" spc="5">
                <a:latin typeface="Calibri"/>
                <a:cs typeface="Calibri"/>
              </a:rPr>
              <a:t>و</a:t>
            </a:r>
            <a:r>
              <a:rPr dirty="0" sz="1200">
                <a:latin typeface="Calibri"/>
                <a:cs typeface="Calibri"/>
              </a:rPr>
              <a:t>د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ه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 spc="20">
                <a:latin typeface="Calibri"/>
                <a:cs typeface="Calibri"/>
              </a:rPr>
              <a:t>ر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Calibri"/>
              <a:cs typeface="Calibri"/>
            </a:endParaRPr>
          </a:p>
          <a:p>
            <a:pPr algn="r" marR="106045">
              <a:lnSpc>
                <a:spcPct val="100000"/>
              </a:lnSpc>
            </a:pPr>
            <a:r>
              <a:rPr dirty="0" sz="1200" spc="-235" b="1">
                <a:latin typeface="Calibri"/>
                <a:cs typeface="Calibri"/>
              </a:rPr>
              <a:t>ه</a:t>
            </a:r>
            <a:r>
              <a:rPr dirty="0" sz="1200" spc="-600" b="1">
                <a:latin typeface="Calibri"/>
                <a:cs typeface="Calibri"/>
              </a:rPr>
              <a:t>ت</a:t>
            </a:r>
            <a:r>
              <a:rPr dirty="0" sz="1200" spc="-260" b="1">
                <a:latin typeface="Calibri"/>
                <a:cs typeface="Calibri"/>
              </a:rPr>
              <a:t>س</a:t>
            </a:r>
            <a:r>
              <a:rPr dirty="0" sz="1200" spc="-665" b="1">
                <a:latin typeface="Calibri"/>
                <a:cs typeface="Calibri"/>
              </a:rPr>
              <a:t>ب</a:t>
            </a:r>
            <a:r>
              <a:rPr dirty="0" sz="1200" spc="-105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ر</a:t>
            </a:r>
            <a:r>
              <a:rPr dirty="0" sz="1200" spc="-15" b="1">
                <a:latin typeface="Calibri"/>
                <a:cs typeface="Calibri"/>
              </a:rPr>
              <a:t>ا</a:t>
            </a:r>
            <a:r>
              <a:rPr dirty="0" sz="1200" spc="70" b="1">
                <a:latin typeface="Calibri"/>
                <a:cs typeface="Calibri"/>
              </a:rPr>
              <a:t>د</a:t>
            </a:r>
            <a:r>
              <a:rPr dirty="0" sz="1200" spc="-50" b="1">
                <a:latin typeface="Calibri"/>
                <a:cs typeface="Calibri"/>
              </a:rPr>
              <a:t>م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495" b="1">
                <a:latin typeface="Calibri"/>
                <a:cs typeface="Calibri"/>
              </a:rPr>
              <a:t>ی</a:t>
            </a:r>
            <a:r>
              <a:rPr dirty="0" baseline="16203" sz="1800" b="1">
                <a:latin typeface="Calibri"/>
                <a:cs typeface="Calibri"/>
              </a:rPr>
              <a:t>ی </a:t>
            </a:r>
            <a:r>
              <a:rPr dirty="0" baseline="16203" sz="1800" spc="-97" b="1">
                <a:latin typeface="Calibri"/>
                <a:cs typeface="Calibri"/>
              </a:rPr>
              <a:t> </a:t>
            </a:r>
            <a:r>
              <a:rPr dirty="0" baseline="-4629" sz="1800" spc="-405" b="1">
                <a:latin typeface="Calibri"/>
                <a:cs typeface="Calibri"/>
              </a:rPr>
              <a:t> </a:t>
            </a:r>
            <a:r>
              <a:rPr dirty="0" baseline="-4629" sz="1800" spc="-120" b="1">
                <a:latin typeface="Calibri"/>
                <a:cs typeface="Calibri"/>
              </a:rPr>
              <a:t> </a:t>
            </a:r>
            <a:r>
              <a:rPr dirty="0" sz="1200" spc="-815" b="1">
                <a:latin typeface="Calibri"/>
                <a:cs typeface="Calibri"/>
              </a:rPr>
              <a:t>ب</a:t>
            </a:r>
            <a:r>
              <a:rPr dirty="0" sz="1200" spc="-40" b="1">
                <a:latin typeface="Calibri"/>
                <a:cs typeface="Calibri"/>
              </a:rPr>
              <a:t>ر</a:t>
            </a:r>
            <a:r>
              <a:rPr dirty="0" sz="1200" spc="10" b="1">
                <a:latin typeface="Calibri"/>
                <a:cs typeface="Calibri"/>
              </a:rPr>
              <a:t>و</a:t>
            </a:r>
            <a:r>
              <a:rPr dirty="0" sz="1200" b="1">
                <a:latin typeface="Calibri"/>
                <a:cs typeface="Calibri"/>
              </a:rPr>
              <a:t>د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665" b="1">
                <a:latin typeface="Calibri"/>
                <a:cs typeface="Calibri"/>
              </a:rPr>
              <a:t>ب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spc="-225" b="1">
                <a:latin typeface="Calibri"/>
                <a:cs typeface="Calibri"/>
              </a:rPr>
              <a:t>ه</a:t>
            </a:r>
            <a:r>
              <a:rPr dirty="0" sz="1200" spc="-215" b="1">
                <a:latin typeface="Calibri"/>
                <a:cs typeface="Calibri"/>
              </a:rPr>
              <a:t>ی</a:t>
            </a:r>
            <a:r>
              <a:rPr dirty="0" sz="1200" spc="-180" b="1">
                <a:latin typeface="Calibri"/>
                <a:cs typeface="Calibri"/>
              </a:rPr>
              <a:t>ا</a:t>
            </a:r>
            <a:r>
              <a:rPr dirty="0" sz="1200" spc="30" b="1">
                <a:latin typeface="Calibri"/>
                <a:cs typeface="Calibri"/>
              </a:rPr>
              <a:t>ر</a:t>
            </a:r>
            <a:r>
              <a:rPr dirty="0" sz="1200" spc="5" b="1">
                <a:latin typeface="Calibri"/>
                <a:cs typeface="Calibri"/>
              </a:rPr>
              <a:t>م</a:t>
            </a:r>
            <a:r>
              <a:rPr dirty="0" sz="1200" spc="-170" b="1">
                <a:latin typeface="Calibri"/>
                <a:cs typeface="Calibri"/>
              </a:rPr>
              <a:t>ه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libri"/>
              <a:cs typeface="Calibri"/>
            </a:endParaRPr>
          </a:p>
          <a:p>
            <a:pPr algn="r" marR="108585">
              <a:lnSpc>
                <a:spcPct val="100000"/>
              </a:lnSpc>
            </a:pPr>
            <a:r>
              <a:rPr dirty="0" sz="1200" spc="-110">
                <a:latin typeface="Calibri"/>
                <a:cs typeface="Calibri"/>
              </a:rPr>
              <a:t>دوش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حول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شخب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هناخ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25">
                <a:latin typeface="Calibri"/>
                <a:cs typeface="Calibri"/>
              </a:rPr>
              <a:t>تاعطق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میامت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 spc="-300">
                <a:latin typeface="Calibri"/>
                <a:cs typeface="Calibri"/>
              </a:rPr>
              <a:t>ریوصت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80">
                <a:latin typeface="Calibri"/>
                <a:cs typeface="Calibri"/>
              </a:rPr>
              <a:t>ناوتمی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،ی</a:t>
            </a:r>
            <a:r>
              <a:rPr dirty="0" baseline="16203" sz="1800" spc="-262">
                <a:latin typeface="Calibri"/>
                <a:cs typeface="Calibri"/>
              </a:rPr>
              <a:t>ی</a:t>
            </a:r>
            <a:r>
              <a:rPr dirty="0" baseline="-4629" sz="1800" spc="585">
                <a:latin typeface="Calibri"/>
                <a:cs typeface="Calibri"/>
              </a:rPr>
              <a:t> </a:t>
            </a:r>
            <a:r>
              <a:rPr dirty="0" sz="1200" spc="-225">
                <a:latin typeface="Calibri"/>
                <a:cs typeface="Calibri"/>
              </a:rPr>
              <a:t>برود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دنمشوه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هیارمه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اب.</a:t>
            </a:r>
            <a:endParaRPr sz="1200">
              <a:latin typeface="Calibri"/>
              <a:cs typeface="Calibri"/>
            </a:endParaRPr>
          </a:p>
          <a:p>
            <a:pPr algn="r" marR="106680">
              <a:lnSpc>
                <a:spcPct val="100000"/>
              </a:lnSpc>
              <a:spcBef>
                <a:spcPts val="1415"/>
              </a:spcBef>
            </a:pPr>
            <a:r>
              <a:rPr dirty="0" sz="1200" spc="-120" b="1">
                <a:latin typeface="Calibri"/>
                <a:cs typeface="Calibri"/>
              </a:rPr>
              <a:t>دننام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70" b="1">
                <a:latin typeface="Calibri"/>
                <a:cs typeface="Calibri"/>
              </a:rPr>
              <a:t>یاههمانرب</a:t>
            </a:r>
            <a:r>
              <a:rPr dirty="0" sz="1200" spc="-85" b="1">
                <a:latin typeface="Calibri"/>
                <a:cs typeface="Calibri"/>
              </a:rPr>
              <a:t> </a:t>
            </a:r>
            <a:r>
              <a:rPr dirty="0" sz="1200" spc="5" b="1">
                <a:latin typeface="Calibri"/>
                <a:cs typeface="Calibri"/>
              </a:rPr>
              <a:t>رد</a:t>
            </a:r>
            <a:r>
              <a:rPr dirty="0" sz="1200" b="1">
                <a:latin typeface="Calibri"/>
                <a:cs typeface="Calibri"/>
              </a:rPr>
              <a:t> نآ</a:t>
            </a:r>
            <a:r>
              <a:rPr dirty="0" sz="1200" spc="-114" b="1">
                <a:latin typeface="Calibri"/>
                <a:cs typeface="Calibri"/>
              </a:rPr>
              <a:t> </a:t>
            </a:r>
            <a:r>
              <a:rPr dirty="0" sz="1200" spc="5" b="1">
                <a:latin typeface="Calibri"/>
                <a:cs typeface="Calibri"/>
              </a:rPr>
              <a:t>رد</a:t>
            </a:r>
            <a:r>
              <a:rPr dirty="0" sz="1200" b="1">
                <a:latin typeface="Calibri"/>
                <a:cs typeface="Calibri"/>
              </a:rPr>
              <a:t> </a:t>
            </a:r>
            <a:r>
              <a:rPr dirty="0" sz="1200" spc="-380" b="1">
                <a:latin typeface="Calibri"/>
                <a:cs typeface="Calibri"/>
              </a:rPr>
              <a:t>هک</a:t>
            </a:r>
            <a:r>
              <a:rPr dirty="0" sz="1200" spc="-135" b="1">
                <a:latin typeface="Calibri"/>
                <a:cs typeface="Calibri"/>
              </a:rPr>
              <a:t> </a:t>
            </a:r>
            <a:r>
              <a:rPr dirty="0" sz="1200" spc="-110" b="1">
                <a:latin typeface="Calibri"/>
                <a:cs typeface="Calibri"/>
              </a:rPr>
              <a:t>لیخاد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 spc="-155" b="1">
                <a:latin typeface="Calibri"/>
                <a:cs typeface="Calibri"/>
              </a:rPr>
              <a:t>ب</a:t>
            </a:r>
            <a:r>
              <a:rPr dirty="0" baseline="-13888" sz="1800" spc="-232" b="1">
                <a:latin typeface="Calibri"/>
                <a:cs typeface="Calibri"/>
              </a:rPr>
              <a:t>ی </a:t>
            </a:r>
            <a:r>
              <a:rPr dirty="0" sz="1200" spc="-229" b="1">
                <a:latin typeface="Calibri"/>
                <a:cs typeface="Calibri"/>
              </a:rPr>
              <a:t>ای</a:t>
            </a:r>
            <a:r>
              <a:rPr dirty="0" sz="1200" spc="-110" b="1">
                <a:latin typeface="Calibri"/>
                <a:cs typeface="Calibri"/>
              </a:rPr>
              <a:t> </a:t>
            </a:r>
            <a:r>
              <a:rPr dirty="0" sz="1200" spc="-335" b="1">
                <a:latin typeface="Calibri"/>
                <a:cs typeface="Calibri"/>
              </a:rPr>
              <a:t>ت</a:t>
            </a:r>
            <a:r>
              <a:rPr dirty="0" baseline="-4629" sz="1800" spc="-150" b="1">
                <a:latin typeface="Calibri"/>
                <a:cs typeface="Calibri"/>
              </a:rPr>
              <a:t> </a:t>
            </a:r>
            <a:r>
              <a:rPr dirty="0" sz="1200" spc="-155" b="1">
                <a:latin typeface="Calibri"/>
                <a:cs typeface="Calibri"/>
              </a:rPr>
              <a:t>سم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5" b="1">
                <a:latin typeface="Calibri"/>
                <a:cs typeface="Calibri"/>
              </a:rPr>
              <a:t>Waze </a:t>
            </a:r>
            <a:r>
              <a:rPr dirty="0" sz="1200" spc="-145" b="1">
                <a:latin typeface="Calibri"/>
                <a:cs typeface="Calibri"/>
              </a:rPr>
              <a:t>دوشمی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5" b="1">
                <a:latin typeface="Calibri"/>
                <a:cs typeface="Calibri"/>
              </a:rPr>
              <a:t>۹۷ </a:t>
            </a:r>
            <a:r>
              <a:rPr dirty="0" sz="1200" spc="-430" b="1">
                <a:latin typeface="Calibri"/>
                <a:cs typeface="Calibri"/>
              </a:rPr>
              <a:t>کیو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</a:pPr>
            <a:r>
              <a:rPr dirty="0" sz="1200" spc="-80">
                <a:latin typeface="Calibri"/>
                <a:cs typeface="Calibri"/>
              </a:rPr>
              <a:t>ار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دراو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قاتا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،گینوت</a:t>
            </a:r>
            <a:r>
              <a:rPr dirty="0" baseline="25462" sz="1800" spc="-382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کلا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40">
                <a:latin typeface="Calibri"/>
                <a:cs typeface="Calibri"/>
              </a:rPr>
              <a:t>کی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هدافتسا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305">
                <a:latin typeface="Calibri"/>
                <a:cs typeface="Calibri"/>
              </a:rPr>
              <a:t>اهنت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ات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دهد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0">
                <a:latin typeface="Calibri"/>
                <a:cs typeface="Calibri"/>
              </a:rPr>
              <a:t>هزاجا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دنمشوه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،ناربراک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10">
                <a:latin typeface="Calibri"/>
                <a:cs typeface="Calibri"/>
              </a:rPr>
              <a:t>لیخاد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ب</a:t>
            </a:r>
            <a:r>
              <a:rPr dirty="0" baseline="-13888" sz="1800" spc="-225">
                <a:latin typeface="Calibri"/>
                <a:cs typeface="Calibri"/>
              </a:rPr>
              <a:t>. </a:t>
            </a:r>
            <a:r>
              <a:rPr dirty="0" sz="1200" spc="-229">
                <a:latin typeface="Calibri"/>
                <a:cs typeface="Calibri"/>
              </a:rPr>
              <a:t>ای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-4629" sz="1800" spc="-142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سم</a:t>
            </a:r>
            <a:endParaRPr sz="1200">
              <a:latin typeface="Calibri"/>
              <a:cs typeface="Calibri"/>
            </a:endParaRPr>
          </a:p>
          <a:p>
            <a:pPr algn="r" marR="106045">
              <a:lnSpc>
                <a:spcPct val="100000"/>
              </a:lnSpc>
              <a:spcBef>
                <a:spcPts val="25"/>
              </a:spcBef>
            </a:pPr>
            <a:r>
              <a:rPr dirty="0" sz="1200" spc="-330">
                <a:latin typeface="Calibri"/>
                <a:cs typeface="Calibri"/>
              </a:rPr>
              <a:t>دننیبب.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algn="r" marR="103505">
              <a:lnSpc>
                <a:spcPct val="100000"/>
              </a:lnSpc>
            </a:pPr>
            <a:r>
              <a:rPr dirty="0" sz="1200" spc="10" b="1">
                <a:latin typeface="Calibri"/>
                <a:cs typeface="Calibri"/>
              </a:rPr>
              <a:t>ی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165" b="1">
                <a:latin typeface="Calibri"/>
                <a:cs typeface="Calibri"/>
              </a:rPr>
              <a:t>ه</a:t>
            </a:r>
            <a:r>
              <a:rPr dirty="0" sz="1200" spc="-235" b="1">
                <a:latin typeface="Calibri"/>
                <a:cs typeface="Calibri"/>
              </a:rPr>
              <a:t>ه</a:t>
            </a:r>
            <a:r>
              <a:rPr dirty="0" sz="1200" spc="-50" b="1">
                <a:latin typeface="Calibri"/>
                <a:cs typeface="Calibri"/>
              </a:rPr>
              <a:t>م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480" b="1">
                <a:latin typeface="Calibri"/>
                <a:cs typeface="Calibri"/>
              </a:rPr>
              <a:t>ن</a:t>
            </a:r>
            <a:r>
              <a:rPr dirty="0" sz="1200" spc="30" b="1">
                <a:latin typeface="Calibri"/>
                <a:cs typeface="Calibri"/>
              </a:rPr>
              <a:t>ر</a:t>
            </a:r>
            <a:r>
              <a:rPr dirty="0" sz="1200" spc="-665" b="1">
                <a:latin typeface="Calibri"/>
                <a:cs typeface="Calibri"/>
              </a:rPr>
              <a:t>ب</a:t>
            </a:r>
            <a:r>
              <a:rPr dirty="0" sz="1200" spc="-10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و </a:t>
            </a:r>
            <a:r>
              <a:rPr dirty="0" sz="1200" spc="-175" b="1">
                <a:latin typeface="Calibri"/>
                <a:cs typeface="Calibri"/>
              </a:rPr>
              <a:t>لی</a:t>
            </a:r>
            <a:r>
              <a:rPr dirty="0" sz="1200" spc="-170" b="1">
                <a:latin typeface="Calibri"/>
                <a:cs typeface="Calibri"/>
              </a:rPr>
              <a:t>خ</a:t>
            </a:r>
            <a:r>
              <a:rPr dirty="0" sz="1200" spc="-15" b="1">
                <a:latin typeface="Calibri"/>
                <a:cs typeface="Calibri"/>
              </a:rPr>
              <a:t>ا</a:t>
            </a:r>
            <a:r>
              <a:rPr dirty="0" sz="1200" b="1">
                <a:latin typeface="Calibri"/>
                <a:cs typeface="Calibri"/>
              </a:rPr>
              <a:t>د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5" b="1">
                <a:latin typeface="Calibri"/>
                <a:cs typeface="Calibri"/>
              </a:rPr>
              <a:t>ب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495" b="1">
                <a:latin typeface="Calibri"/>
                <a:cs typeface="Calibri"/>
              </a:rPr>
              <a:t>ی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75" b="1">
                <a:latin typeface="Calibri"/>
                <a:cs typeface="Calibri"/>
              </a:rPr>
              <a:t>ت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240" b="1">
                <a:latin typeface="Calibri"/>
                <a:cs typeface="Calibri"/>
              </a:rPr>
              <a:t>ع</a:t>
            </a:r>
            <a:r>
              <a:rPr dirty="0" sz="1200" spc="-295" b="1">
                <a:latin typeface="Calibri"/>
                <a:cs typeface="Calibri"/>
              </a:rPr>
              <a:t>ق</a:t>
            </a:r>
            <a:r>
              <a:rPr dirty="0" sz="1200" spc="50" b="1">
                <a:latin typeface="Calibri"/>
                <a:cs typeface="Calibri"/>
              </a:rPr>
              <a:t>و</a:t>
            </a:r>
            <a:r>
              <a:rPr dirty="0" sz="1200" spc="-50" b="1">
                <a:latin typeface="Calibri"/>
                <a:cs typeface="Calibri"/>
              </a:rPr>
              <a:t>م</a:t>
            </a:r>
            <a:r>
              <a:rPr dirty="0" sz="1200" spc="-100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ز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40" b="1">
                <a:latin typeface="Calibri"/>
                <a:cs typeface="Calibri"/>
              </a:rPr>
              <a:t>هد</a:t>
            </a:r>
            <a:r>
              <a:rPr dirty="0" sz="1200" spc="-60" b="1">
                <a:latin typeface="Calibri"/>
                <a:cs typeface="Calibri"/>
              </a:rPr>
              <a:t>ا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600" b="1">
                <a:latin typeface="Calibri"/>
                <a:cs typeface="Calibri"/>
              </a:rPr>
              <a:t>ت</a:t>
            </a:r>
            <a:r>
              <a:rPr dirty="0" sz="1200" spc="-305" b="1">
                <a:latin typeface="Calibri"/>
                <a:cs typeface="Calibri"/>
              </a:rPr>
              <a:t>س</a:t>
            </a:r>
            <a:r>
              <a:rPr dirty="0" sz="1200" b="1">
                <a:latin typeface="Calibri"/>
                <a:cs typeface="Calibri"/>
              </a:rPr>
              <a:t>ا G</a:t>
            </a:r>
            <a:r>
              <a:rPr dirty="0" sz="1200" spc="5" b="1">
                <a:latin typeface="Calibri"/>
                <a:cs typeface="Calibri"/>
              </a:rPr>
              <a:t>P</a:t>
            </a:r>
            <a:r>
              <a:rPr dirty="0" sz="1200" b="1"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Calibri"/>
              <a:cs typeface="Calibri"/>
            </a:endParaRPr>
          </a:p>
          <a:p>
            <a:pPr algn="r" marR="104775">
              <a:lnSpc>
                <a:spcPct val="100000"/>
              </a:lnSpc>
            </a:pPr>
            <a:r>
              <a:rPr dirty="0" sz="1200" spc="-200">
                <a:latin typeface="Calibri"/>
                <a:cs typeface="Calibri"/>
              </a:rPr>
              <a:t>قیرط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سردآ</a:t>
            </a:r>
            <a:r>
              <a:rPr dirty="0" sz="1200" spc="-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195">
                <a:latin typeface="Calibri"/>
                <a:cs typeface="Calibri"/>
              </a:rPr>
              <a:t>هدش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40">
                <a:latin typeface="Calibri"/>
                <a:cs typeface="Calibri"/>
              </a:rPr>
              <a:t>هتخانش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سردآ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،بای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تیعقوم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هدافتسا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GPS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هراشا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15">
                <a:latin typeface="Calibri"/>
                <a:cs typeface="Calibri"/>
              </a:rPr>
              <a:t>صاخ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10">
                <a:latin typeface="Calibri"/>
                <a:cs typeface="Calibri"/>
              </a:rPr>
              <a:t>لحم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کی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80">
                <a:latin typeface="Calibri"/>
                <a:cs typeface="Calibri"/>
              </a:rPr>
              <a:t>ناوتمی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،</a:t>
            </a:r>
            <a:endParaRPr sz="1200">
              <a:latin typeface="Calibri"/>
              <a:cs typeface="Calibri"/>
            </a:endParaRPr>
          </a:p>
          <a:p>
            <a:pPr algn="r" marR="104139">
              <a:lnSpc>
                <a:spcPct val="100000"/>
              </a:lnSpc>
              <a:spcBef>
                <a:spcPts val="25"/>
              </a:spcBef>
            </a:pPr>
            <a:r>
              <a:rPr dirty="0" sz="1200" spc="-210">
                <a:latin typeface="Calibri"/>
                <a:cs typeface="Calibri"/>
              </a:rPr>
              <a:t>درک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6151" y="5368544"/>
            <a:ext cx="433641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heavy" sz="2000" spc="1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2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2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زا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6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5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افت</a:t>
            </a:r>
            <a:r>
              <a:rPr dirty="0" u="heavy" sz="2000" spc="-7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س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1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9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</a:t>
            </a:r>
            <a:r>
              <a:rPr dirty="0" u="heavy" sz="2000" spc="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خ</a:t>
            </a:r>
            <a:r>
              <a:rPr dirty="0" u="heavy" sz="2000" spc="-1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رد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509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ت</a:t>
            </a:r>
            <a:r>
              <a:rPr dirty="0" u="heavy" sz="2000" spc="-1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8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ک</a:t>
            </a:r>
            <a:r>
              <a:rPr dirty="0" u="heavy" sz="2000" spc="-5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5588" y="6456934"/>
            <a:ext cx="6233795" cy="2586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7785">
              <a:lnSpc>
                <a:spcPct val="100000"/>
              </a:lnSpc>
              <a:spcBef>
                <a:spcPts val="100"/>
              </a:spcBef>
            </a:pPr>
            <a:r>
              <a:rPr dirty="0" sz="1200" spc="100" b="1">
                <a:latin typeface="Calibri"/>
                <a:cs typeface="Calibri"/>
              </a:rPr>
              <a:t>ت</a:t>
            </a:r>
            <a:r>
              <a:rPr dirty="0" sz="1200" spc="-869" b="1">
                <a:latin typeface="Calibri"/>
                <a:cs typeface="Calibri"/>
              </a:rPr>
              <a:t>ک</a:t>
            </a:r>
            <a:r>
              <a:rPr dirty="0" sz="1200" spc="-210" b="1">
                <a:latin typeface="Calibri"/>
                <a:cs typeface="Calibri"/>
              </a:rPr>
              <a:t>ش</a:t>
            </a:r>
            <a:r>
              <a:rPr dirty="0" baseline="20833" sz="1800" spc="-772" b="1">
                <a:latin typeface="Calibri"/>
                <a:cs typeface="Calibri"/>
              </a:rPr>
              <a:t>ر</a:t>
            </a:r>
            <a:r>
              <a:rPr dirty="0" baseline="20833" sz="1800" b="1">
                <a:latin typeface="Calibri"/>
                <a:cs typeface="Calibri"/>
              </a:rPr>
              <a:t> </a:t>
            </a:r>
            <a:r>
              <a:rPr dirty="0" baseline="20833" sz="1800" spc="120" b="1">
                <a:latin typeface="Calibri"/>
                <a:cs typeface="Calibri"/>
              </a:rPr>
              <a:t> </a:t>
            </a:r>
            <a:r>
              <a:rPr dirty="0" sz="1200" spc="-235" b="1">
                <a:latin typeface="Calibri"/>
                <a:cs typeface="Calibri"/>
              </a:rPr>
              <a:t>ه</a:t>
            </a:r>
            <a:r>
              <a:rPr dirty="0" sz="1200" spc="-290" b="1">
                <a:latin typeface="Calibri"/>
                <a:cs typeface="Calibri"/>
              </a:rPr>
              <a:t>ن</a:t>
            </a:r>
            <a:r>
              <a:rPr dirty="0" sz="1200" spc="-470" b="1">
                <a:latin typeface="Calibri"/>
                <a:cs typeface="Calibri"/>
              </a:rPr>
              <a:t>ی</a:t>
            </a:r>
            <a:r>
              <a:rPr dirty="0" sz="1200" spc="-260" b="1">
                <a:latin typeface="Calibri"/>
                <a:cs typeface="Calibri"/>
              </a:rPr>
              <a:t>ش</a:t>
            </a:r>
            <a:r>
              <a:rPr dirty="0" sz="1200" spc="-470" b="1">
                <a:latin typeface="Calibri"/>
                <a:cs typeface="Calibri"/>
              </a:rPr>
              <a:t>ی</a:t>
            </a:r>
            <a:r>
              <a:rPr dirty="0" sz="1200" spc="-665" b="1">
                <a:latin typeface="Calibri"/>
                <a:cs typeface="Calibri"/>
              </a:rPr>
              <a:t>پ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445" b="1">
                <a:latin typeface="Calibri"/>
                <a:cs typeface="Calibri"/>
              </a:rPr>
              <a:t>سی</a:t>
            </a:r>
            <a:r>
              <a:rPr dirty="0" sz="1200" spc="-65" b="1">
                <a:latin typeface="Calibri"/>
                <a:cs typeface="Calibri"/>
              </a:rPr>
              <a:t>ر</a:t>
            </a:r>
            <a:r>
              <a:rPr dirty="0" sz="1200" spc="30" b="1">
                <a:latin typeface="Calibri"/>
                <a:cs typeface="Calibri"/>
              </a:rPr>
              <a:t>ر</a:t>
            </a:r>
            <a:r>
              <a:rPr dirty="0" sz="1200" spc="-665" b="1">
                <a:latin typeface="Calibri"/>
                <a:cs typeface="Calibri"/>
              </a:rPr>
              <a:t>ب</a:t>
            </a:r>
            <a:endParaRPr sz="1200">
              <a:latin typeface="Calibri"/>
              <a:cs typeface="Calibri"/>
            </a:endParaRPr>
          </a:p>
          <a:p>
            <a:pPr algn="r" marR="59055">
              <a:lnSpc>
                <a:spcPct val="100000"/>
              </a:lnSpc>
              <a:spcBef>
                <a:spcPts val="1415"/>
              </a:spcBef>
            </a:pPr>
            <a:r>
              <a:rPr dirty="0" sz="1200" spc="-25">
                <a:latin typeface="Calibri"/>
                <a:cs typeface="Calibri"/>
              </a:rPr>
              <a:t>دهد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هئارا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هارمه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380">
                <a:latin typeface="Calibri"/>
                <a:cs typeface="Calibri"/>
              </a:rPr>
              <a:t>هک</a:t>
            </a:r>
            <a:r>
              <a:rPr dirty="0" sz="1200" spc="-135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ب</a:t>
            </a:r>
            <a:r>
              <a:rPr dirty="0" baseline="25462" sz="1800" spc="-555">
                <a:latin typeface="Calibri"/>
                <a:cs typeface="Calibri"/>
              </a:rPr>
              <a:t>:</a:t>
            </a:r>
            <a:r>
              <a:rPr dirty="0" baseline="25462" sz="1800" spc="-44">
                <a:latin typeface="Calibri"/>
                <a:cs typeface="Calibri"/>
              </a:rPr>
              <a:t> </a:t>
            </a:r>
            <a:r>
              <a:rPr dirty="0" sz="1200" spc="-90">
                <a:latin typeface="Calibri"/>
                <a:cs typeface="Calibri"/>
              </a:rPr>
              <a:t>لاوصحم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80">
                <a:latin typeface="Calibri"/>
                <a:cs typeface="Calibri"/>
              </a:rPr>
              <a:t>هدنزاس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20">
                <a:latin typeface="Calibri"/>
                <a:cs typeface="Calibri"/>
              </a:rPr>
              <a:t>تکسر</a:t>
            </a:r>
            <a:r>
              <a:rPr dirty="0" baseline="18518" sz="1800" spc="-780">
                <a:latin typeface="Calibri"/>
                <a:cs typeface="Calibri"/>
              </a:rPr>
              <a:t>ی</a:t>
            </a:r>
            <a:r>
              <a:rPr dirty="0" baseline="18518" sz="1800" spc="472">
                <a:latin typeface="Calibri"/>
                <a:cs typeface="Calibri"/>
              </a:rPr>
              <a:t> </a:t>
            </a:r>
            <a:r>
              <a:rPr dirty="0" sz="1200" spc="-409">
                <a:latin typeface="Calibri"/>
                <a:cs typeface="Calibri"/>
              </a:rPr>
              <a:t>هنیشیپ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325">
                <a:latin typeface="Calibri"/>
                <a:cs typeface="Calibri"/>
              </a:rPr>
              <a:t>سیررب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95">
                <a:latin typeface="Calibri"/>
                <a:cs typeface="Calibri"/>
              </a:rPr>
              <a:t>تسا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330">
                <a:latin typeface="Calibri"/>
                <a:cs typeface="Calibri"/>
              </a:rPr>
              <a:t>ت</a:t>
            </a:r>
            <a:r>
              <a:rPr dirty="0" baseline="25462" sz="1800" spc="-494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484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،دنمشوه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دیرخ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65">
                <a:latin typeface="Calibri"/>
                <a:cs typeface="Calibri"/>
              </a:rPr>
              <a:t>شیپ</a:t>
            </a:r>
            <a:endParaRPr sz="1200">
              <a:latin typeface="Calibri"/>
              <a:cs typeface="Calibri"/>
            </a:endParaRPr>
          </a:p>
          <a:p>
            <a:pPr algn="r" marR="61594">
              <a:lnSpc>
                <a:spcPct val="100000"/>
              </a:lnSpc>
              <a:spcBef>
                <a:spcPts val="25"/>
              </a:spcBef>
            </a:pP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475">
                <a:latin typeface="Calibri"/>
                <a:cs typeface="Calibri"/>
              </a:rPr>
              <a:t>ی</a:t>
            </a:r>
            <a:r>
              <a:rPr dirty="0" sz="1200" spc="-340">
                <a:latin typeface="Calibri"/>
                <a:cs typeface="Calibri"/>
              </a:rPr>
              <a:t>ش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670">
                <a:latin typeface="Calibri"/>
                <a:cs typeface="Calibri"/>
              </a:rPr>
              <a:t>ب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ه</a:t>
            </a:r>
            <a:r>
              <a:rPr dirty="0" sz="1200" spc="-630">
                <a:latin typeface="Calibri"/>
                <a:cs typeface="Calibri"/>
              </a:rPr>
              <a:t>ت</a:t>
            </a:r>
            <a:r>
              <a:rPr dirty="0" sz="1200" spc="-340">
                <a:latin typeface="Calibri"/>
                <a:cs typeface="Calibri"/>
              </a:rPr>
              <a:t>ش</a:t>
            </a:r>
            <a:r>
              <a:rPr dirty="0" sz="1200" spc="10">
                <a:latin typeface="Calibri"/>
                <a:cs typeface="Calibri"/>
              </a:rPr>
              <a:t>ا</a:t>
            </a:r>
            <a:r>
              <a:rPr dirty="0" sz="1200">
                <a:latin typeface="Calibri"/>
                <a:cs typeface="Calibri"/>
              </a:rPr>
              <a:t>د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ه</a:t>
            </a:r>
            <a:r>
              <a:rPr dirty="0" sz="1200" spc="-75">
                <a:latin typeface="Calibri"/>
                <a:cs typeface="Calibri"/>
              </a:rPr>
              <a:t>ج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665">
                <a:latin typeface="Calibri"/>
                <a:cs typeface="Calibri"/>
              </a:rPr>
              <a:t>ت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algn="r" marR="57785">
              <a:lnSpc>
                <a:spcPct val="100000"/>
              </a:lnSpc>
              <a:spcBef>
                <a:spcPts val="5"/>
              </a:spcBef>
            </a:pPr>
            <a:r>
              <a:rPr dirty="0" sz="1200" spc="-385" b="1">
                <a:latin typeface="Calibri"/>
                <a:cs typeface="Calibri"/>
              </a:rPr>
              <a:t>ت</a:t>
            </a:r>
            <a:r>
              <a:rPr dirty="0" baseline="20833" sz="1800" spc="-772" b="1">
                <a:latin typeface="Calibri"/>
                <a:cs typeface="Calibri"/>
              </a:rPr>
              <a:t>ر</a:t>
            </a:r>
            <a:r>
              <a:rPr dirty="0" baseline="20833" sz="1800" spc="60" b="1">
                <a:latin typeface="Calibri"/>
                <a:cs typeface="Calibri"/>
              </a:rPr>
              <a:t> 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290" b="1">
                <a:latin typeface="Calibri"/>
                <a:cs typeface="Calibri"/>
              </a:rPr>
              <a:t>ن</a:t>
            </a:r>
            <a:r>
              <a:rPr dirty="0" sz="1200" spc="-45" b="1">
                <a:latin typeface="Calibri"/>
                <a:cs typeface="Calibri"/>
              </a:rPr>
              <a:t>م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10" b="1">
                <a:latin typeface="Calibri"/>
                <a:cs typeface="Calibri"/>
              </a:rPr>
              <a:t>ی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170" b="1">
                <a:latin typeface="Calibri"/>
                <a:cs typeface="Calibri"/>
              </a:rPr>
              <a:t>ه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35" b="1">
                <a:latin typeface="Calibri"/>
                <a:cs typeface="Calibri"/>
              </a:rPr>
              <a:t>ه</a:t>
            </a:r>
            <a:r>
              <a:rPr dirty="0" sz="1200" spc="-45" b="1">
                <a:latin typeface="Calibri"/>
                <a:cs typeface="Calibri"/>
              </a:rPr>
              <a:t>م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505" b="1">
                <a:latin typeface="Calibri"/>
                <a:cs typeface="Calibri"/>
              </a:rPr>
              <a:t>ن</a:t>
            </a:r>
            <a:r>
              <a:rPr dirty="0" sz="1200" spc="30" b="1">
                <a:latin typeface="Calibri"/>
                <a:cs typeface="Calibri"/>
              </a:rPr>
              <a:t>ر</a:t>
            </a:r>
            <a:r>
              <a:rPr dirty="0" sz="1200" spc="-665" b="1">
                <a:latin typeface="Calibri"/>
                <a:cs typeface="Calibri"/>
              </a:rPr>
              <a:t>ب</a:t>
            </a:r>
            <a:endParaRPr sz="1200">
              <a:latin typeface="Calibri"/>
              <a:cs typeface="Calibri"/>
            </a:endParaRPr>
          </a:p>
          <a:p>
            <a:pPr marL="1182370" marR="55880" indent="-1119505">
              <a:lnSpc>
                <a:spcPct val="101800"/>
              </a:lnSpc>
              <a:spcBef>
                <a:spcPts val="1390"/>
              </a:spcBef>
            </a:pPr>
            <a:r>
              <a:rPr dirty="0" sz="1200" spc="-5">
                <a:latin typeface="Calibri"/>
                <a:cs typeface="Calibri"/>
              </a:rPr>
              <a:t>نآ </a:t>
            </a:r>
            <a:r>
              <a:rPr dirty="0" sz="1200" spc="-130">
                <a:latin typeface="Calibri"/>
                <a:cs typeface="Calibri"/>
              </a:rPr>
              <a:t>دیرخ </a:t>
            </a:r>
            <a:r>
              <a:rPr dirty="0" sz="1200">
                <a:latin typeface="Calibri"/>
                <a:cs typeface="Calibri"/>
              </a:rPr>
              <a:t>زا </a:t>
            </a:r>
            <a:r>
              <a:rPr dirty="0" sz="1200" spc="-365">
                <a:latin typeface="Calibri"/>
                <a:cs typeface="Calibri"/>
              </a:rPr>
              <a:t>شیپ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0">
                <a:latin typeface="Calibri"/>
                <a:cs typeface="Calibri"/>
              </a:rPr>
              <a:t>،دنمشوه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265">
                <a:latin typeface="Calibri"/>
                <a:cs typeface="Calibri"/>
              </a:rPr>
              <a:t> </a:t>
            </a:r>
            <a:r>
              <a:rPr dirty="0" sz="1200" spc="-245">
                <a:latin typeface="Calibri"/>
                <a:cs typeface="Calibri"/>
              </a:rPr>
              <a:t>طسوت</a:t>
            </a:r>
            <a:r>
              <a:rPr dirty="0" sz="1200" spc="-240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هدش</a:t>
            </a:r>
            <a:r>
              <a:rPr dirty="0" sz="1200" spc="-190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هئارا</a:t>
            </a:r>
            <a:r>
              <a:rPr dirty="0" sz="1200" spc="-18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 </a:t>
            </a:r>
            <a:r>
              <a:rPr dirty="0" sz="1200" spc="-150">
                <a:latin typeface="Calibri"/>
                <a:cs typeface="Calibri"/>
              </a:rPr>
              <a:t>تخاسریز</a:t>
            </a:r>
            <a:r>
              <a:rPr dirty="0" sz="1200" spc="-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 spc="-254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více </a:t>
            </a:r>
            <a:r>
              <a:rPr dirty="0" sz="1200" spc="-45">
                <a:latin typeface="Calibri"/>
                <a:cs typeface="Calibri"/>
              </a:rPr>
              <a:t>یاه </a:t>
            </a:r>
            <a:r>
              <a:rPr dirty="0" sz="1200" spc="-229">
                <a:latin typeface="Calibri"/>
                <a:cs typeface="Calibri"/>
              </a:rPr>
              <a:t>همانرب</a:t>
            </a:r>
            <a:r>
              <a:rPr dirty="0" sz="1200" spc="-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 </a:t>
            </a:r>
            <a:r>
              <a:rPr dirty="0" sz="1200" spc="-254">
                <a:latin typeface="Calibri"/>
                <a:cs typeface="Calibri"/>
              </a:rPr>
              <a:t>هدافتسا</a:t>
            </a:r>
            <a:r>
              <a:rPr dirty="0" sz="1200" spc="-25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95">
                <a:latin typeface="Calibri"/>
                <a:cs typeface="Calibri"/>
              </a:rPr>
              <a:t>تسا </a:t>
            </a:r>
            <a:r>
              <a:rPr dirty="0" sz="1200" spc="-345">
                <a:latin typeface="Calibri"/>
                <a:cs typeface="Calibri"/>
              </a:rPr>
              <a:t>ت</a:t>
            </a:r>
            <a:r>
              <a:rPr dirty="0" baseline="25462" sz="1800" spc="-517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484">
                <a:latin typeface="Calibri"/>
                <a:cs typeface="Calibri"/>
              </a:rPr>
              <a:t>هب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، </a:t>
            </a:r>
            <a:r>
              <a:rPr dirty="0" sz="1200" spc="-260">
                <a:latin typeface="Calibri"/>
                <a:cs typeface="Calibri"/>
              </a:rPr>
              <a:t> </a:t>
            </a:r>
            <a:r>
              <a:rPr dirty="0" sz="1200" spc="-180">
                <a:latin typeface="Calibri"/>
                <a:cs typeface="Calibri"/>
              </a:rPr>
              <a:t>صیوصخ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35">
                <a:latin typeface="Calibri"/>
                <a:cs typeface="Calibri"/>
              </a:rPr>
              <a:t>میرح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210">
                <a:latin typeface="Calibri"/>
                <a:cs typeface="Calibri"/>
              </a:rPr>
              <a:t>ب</a:t>
            </a:r>
            <a:r>
              <a:rPr dirty="0" baseline="25462" sz="1800" spc="-315">
                <a:latin typeface="Calibri"/>
                <a:cs typeface="Calibri"/>
              </a:rPr>
              <a:t>ی</a:t>
            </a:r>
            <a:r>
              <a:rPr dirty="0" baseline="25462" sz="1800" spc="-52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وناق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15">
                <a:latin typeface="Calibri"/>
                <a:cs typeface="Calibri"/>
              </a:rPr>
              <a:t>درکیور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ظفح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دننام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ب</a:t>
            </a:r>
            <a:r>
              <a:rPr dirty="0" baseline="-13888" sz="1800" spc="179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45">
                <a:latin typeface="Calibri"/>
                <a:cs typeface="Calibri"/>
              </a:rPr>
              <a:t>هنیمز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هدافتسا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305">
                <a:latin typeface="Calibri"/>
                <a:cs typeface="Calibri"/>
              </a:rPr>
              <a:t>لبق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دینک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 spc="-65">
                <a:latin typeface="Calibri"/>
                <a:cs typeface="Calibri"/>
              </a:rPr>
              <a:t>لصاح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نانیمطا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18518" sz="1800" spc="-509">
                <a:latin typeface="Calibri"/>
                <a:cs typeface="Calibri"/>
              </a:rPr>
              <a:t>:</a:t>
            </a:r>
            <a:r>
              <a:rPr dirty="0" baseline="18518" sz="1800" spc="30">
                <a:latin typeface="Calibri"/>
                <a:cs typeface="Calibri"/>
              </a:rPr>
              <a:t> </a:t>
            </a:r>
            <a:r>
              <a:rPr dirty="0" sz="1200" spc="-350">
                <a:latin typeface="Calibri"/>
                <a:cs typeface="Calibri"/>
              </a:rPr>
              <a:t>ینما.</a:t>
            </a:r>
            <a:endParaRPr sz="1200">
              <a:latin typeface="Calibri"/>
              <a:cs typeface="Calibri"/>
            </a:endParaRPr>
          </a:p>
          <a:p>
            <a:pPr algn="r" marR="58419">
              <a:lnSpc>
                <a:spcPct val="100000"/>
              </a:lnSpc>
              <a:spcBef>
                <a:spcPts val="1440"/>
              </a:spcBef>
            </a:pPr>
            <a:r>
              <a:rPr dirty="0" sz="1200" spc="55" b="1">
                <a:latin typeface="Calibri"/>
                <a:cs typeface="Calibri"/>
              </a:rPr>
              <a:t>ا</a:t>
            </a:r>
            <a:r>
              <a:rPr dirty="0" sz="1200" spc="-170" b="1">
                <a:latin typeface="Calibri"/>
                <a:cs typeface="Calibri"/>
              </a:rPr>
              <a:t>ه</a:t>
            </a:r>
            <a:r>
              <a:rPr dirty="0" sz="1200" spc="70" b="1">
                <a:latin typeface="Calibri"/>
                <a:cs typeface="Calibri"/>
              </a:rPr>
              <a:t>د</a:t>
            </a:r>
            <a:r>
              <a:rPr dirty="0" sz="1200" spc="-425" b="1">
                <a:latin typeface="Calibri"/>
                <a:cs typeface="Calibri"/>
              </a:rPr>
              <a:t>ی</a:t>
            </a:r>
            <a:r>
              <a:rPr dirty="0" sz="1200" spc="-365" b="1">
                <a:latin typeface="Calibri"/>
                <a:cs typeface="Calibri"/>
              </a:rPr>
              <a:t>ل</a:t>
            </a:r>
            <a:r>
              <a:rPr dirty="0" sz="1200" spc="-635" b="1">
                <a:latin typeface="Calibri"/>
                <a:cs typeface="Calibri"/>
              </a:rPr>
              <a:t>ک</a:t>
            </a:r>
            <a:r>
              <a:rPr dirty="0" sz="1200" spc="-120" b="1">
                <a:latin typeface="Calibri"/>
                <a:cs typeface="Calibri"/>
              </a:rPr>
              <a:t> </a:t>
            </a:r>
            <a:r>
              <a:rPr dirty="0" sz="1200" spc="-295" b="1">
                <a:latin typeface="Calibri"/>
                <a:cs typeface="Calibri"/>
              </a:rPr>
              <a:t>ض</a:t>
            </a:r>
            <a:r>
              <a:rPr dirty="0" sz="1200" spc="-235" b="1">
                <a:latin typeface="Calibri"/>
                <a:cs typeface="Calibri"/>
              </a:rPr>
              <a:t>ی</a:t>
            </a:r>
            <a:r>
              <a:rPr dirty="0" sz="1200" spc="5" b="1">
                <a:latin typeface="Calibri"/>
                <a:cs typeface="Calibri"/>
              </a:rPr>
              <a:t>و</a:t>
            </a:r>
            <a:r>
              <a:rPr dirty="0" sz="1200" spc="-425" b="1">
                <a:latin typeface="Calibri"/>
                <a:cs typeface="Calibri"/>
              </a:rPr>
              <a:t>عت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Calibri"/>
              <a:cs typeface="Calibri"/>
            </a:endParaRPr>
          </a:p>
          <a:p>
            <a:pPr algn="r" marR="58419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یاهلفق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ی</a:t>
            </a:r>
            <a:r>
              <a:rPr dirty="0" baseline="16203" sz="1800" spc="-390">
                <a:latin typeface="Calibri"/>
                <a:cs typeface="Calibri"/>
              </a:rPr>
              <a:t>ی</a:t>
            </a:r>
            <a:r>
              <a:rPr dirty="0" baseline="-4629" sz="1800" spc="58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نچ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baseline="4629" sz="1800" spc="-120">
                <a:latin typeface="Calibri"/>
                <a:cs typeface="Calibri"/>
              </a:rPr>
              <a:t>.</a:t>
            </a:r>
            <a:r>
              <a:rPr dirty="0" sz="1200" spc="-80">
                <a:latin typeface="Calibri"/>
                <a:cs typeface="Calibri"/>
              </a:rPr>
              <a:t>دنراد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ار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دوخ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تایصوصخ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اه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15">
                <a:latin typeface="Calibri"/>
                <a:cs typeface="Calibri"/>
              </a:rPr>
              <a:t>دیلکرد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09">
                <a:latin typeface="Calibri"/>
                <a:cs typeface="Calibri"/>
              </a:rPr>
              <a:t>هتفر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راک 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یژولونکت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رطاخ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یاهلفق</a:t>
            </a:r>
            <a:endParaRPr sz="1200">
              <a:latin typeface="Calibri"/>
              <a:cs typeface="Calibri"/>
            </a:endParaRPr>
          </a:p>
          <a:p>
            <a:pPr algn="r" marR="61594">
              <a:lnSpc>
                <a:spcPct val="100000"/>
              </a:lnSpc>
              <a:spcBef>
                <a:spcPts val="25"/>
              </a:spcBef>
            </a:pPr>
            <a:r>
              <a:rPr dirty="0" sz="1200" spc="-40">
                <a:latin typeface="Calibri"/>
                <a:cs typeface="Calibri"/>
              </a:rPr>
              <a:t>دراد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10">
                <a:latin typeface="Calibri"/>
                <a:cs typeface="Calibri"/>
              </a:rPr>
              <a:t>تیمها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اه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دیلک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ضیوعت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قیقد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40">
                <a:latin typeface="Calibri"/>
                <a:cs typeface="Calibri"/>
              </a:rPr>
              <a:t>تیاعر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،دنمشوه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340">
                <a:latin typeface="Calibri"/>
                <a:cs typeface="Calibri"/>
              </a:rPr>
              <a:t>دیلک</a:t>
            </a:r>
            <a:r>
              <a:rPr dirty="0" sz="1200" spc="-125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قیقد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درکلمع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18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316" y="809294"/>
            <a:ext cx="6517005" cy="8315959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4100195">
              <a:lnSpc>
                <a:spcPct val="100000"/>
              </a:lnSpc>
              <a:spcBef>
                <a:spcPts val="550"/>
              </a:spcBef>
            </a:pPr>
            <a:r>
              <a:rPr dirty="0" sz="1500" spc="1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endParaRPr sz="15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459"/>
              </a:spcBef>
            </a:pP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،دنمشوه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دیرخ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لبق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اما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،دنراد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نس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تبسن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یدایز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یایازم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r" marR="698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6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8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رظن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86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4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endParaRPr sz="1500">
              <a:latin typeface="Calibri"/>
              <a:cs typeface="Calibri"/>
            </a:endParaRPr>
          </a:p>
          <a:p>
            <a:pPr marL="145415">
              <a:lnSpc>
                <a:spcPct val="100000"/>
              </a:lnSpc>
              <a:spcBef>
                <a:spcPts val="459"/>
              </a:spcBef>
            </a:pP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صاخ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بیاعم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ایازم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مادکره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دراد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دوجو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4074" sz="2250" spc="-25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لتخم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عاونا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6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09880" marR="527685" indent="1804670">
              <a:lnSpc>
                <a:spcPts val="2260"/>
              </a:lnSpc>
              <a:spcBef>
                <a:spcPts val="120"/>
              </a:spcBef>
            </a:pPr>
            <a:r>
              <a:rPr dirty="0" baseline="3703" sz="2250" spc="-5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دنترابع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عاونا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نیرت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بوبحم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8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دنراد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0">
                <a:solidFill>
                  <a:srgbClr val="1F1F1F"/>
                </a:solidFill>
                <a:latin typeface="Calibri"/>
                <a:cs typeface="Calibri"/>
              </a:rPr>
              <a:t>هتسب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یددع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دککی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8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یدک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212725">
              <a:lnSpc>
                <a:spcPct val="100000"/>
              </a:lnSpc>
              <a:spcBef>
                <a:spcPts val="305"/>
              </a:spcBef>
            </a:pPr>
            <a:r>
              <a:rPr dirty="0" baseline="3703" sz="2250" spc="-1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داد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یغت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هاوخلد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میقر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8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4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39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ومعم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اهدک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endParaRPr sz="1500">
              <a:latin typeface="Calibri"/>
              <a:cs typeface="Calibri"/>
            </a:endParaRPr>
          </a:p>
          <a:p>
            <a:pPr marL="133350">
              <a:lnSpc>
                <a:spcPct val="100000"/>
              </a:lnSpc>
              <a:spcBef>
                <a:spcPts val="455"/>
              </a:spcBef>
            </a:pP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ناسآ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بصن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نازرا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baseline="37037" sz="2250" spc="-89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7037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90">
                <a:solidFill>
                  <a:srgbClr val="1F1F1F"/>
                </a:solidFill>
                <a:latin typeface="Calibri"/>
                <a:cs typeface="Calibri"/>
              </a:rPr>
              <a:t>تبسن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یدک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ctr" marL="8890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24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دنوش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که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رگید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دارفا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طسوت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اهدک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،دنشابن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5">
                <a:solidFill>
                  <a:srgbClr val="1F1F1F"/>
                </a:solidFill>
                <a:latin typeface="Calibri"/>
                <a:cs typeface="Calibri"/>
              </a:rPr>
              <a:t>هنیزگ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نیرت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endParaRPr sz="1500">
              <a:latin typeface="Calibri"/>
              <a:cs typeface="Calibri"/>
            </a:endParaRPr>
          </a:p>
          <a:p>
            <a:pPr marL="139700">
              <a:lnSpc>
                <a:spcPct val="100000"/>
              </a:lnSpc>
              <a:spcBef>
                <a:spcPts val="459"/>
              </a:spcBef>
            </a:pP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0">
                <a:solidFill>
                  <a:srgbClr val="1F1F1F"/>
                </a:solidFill>
                <a:latin typeface="Calibri"/>
                <a:cs typeface="Calibri"/>
              </a:rPr>
              <a:t>هتسب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RFID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6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46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راک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06375" marR="527050" indent="60960">
              <a:lnSpc>
                <a:spcPct val="125299"/>
              </a:lnSpc>
            </a:pP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رارقرب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طابترا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کچوکهشارت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یواح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4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ومعم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4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دنوش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که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اهدکزا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رتراوشد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،دنتسه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یدک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endParaRPr sz="1500">
              <a:latin typeface="Calibri"/>
              <a:cs typeface="Calibri"/>
            </a:endParaRPr>
          </a:p>
          <a:p>
            <a:pPr marL="2350135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یدک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نارگ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میک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endParaRPr sz="1500">
              <a:latin typeface="Calibri"/>
              <a:cs typeface="Calibri"/>
            </a:endParaRPr>
          </a:p>
          <a:p>
            <a:pPr marL="276225">
              <a:lnSpc>
                <a:spcPct val="100000"/>
              </a:lnSpc>
              <a:spcBef>
                <a:spcPts val="455"/>
              </a:spcBef>
            </a:pP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0">
                <a:solidFill>
                  <a:srgbClr val="1F1F1F"/>
                </a:solidFill>
                <a:latin typeface="Calibri"/>
                <a:cs typeface="Calibri"/>
              </a:rPr>
              <a:t>هتسب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ربراک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L="492759" marR="527050" indent="-226060">
              <a:lnSpc>
                <a:spcPct val="125299"/>
              </a:lnSpc>
            </a:pP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baseline="37037" sz="2250" spc="-89">
                <a:solidFill>
                  <a:srgbClr val="1F1F1F"/>
                </a:solidFill>
                <a:latin typeface="Calibri"/>
                <a:cs typeface="Calibri"/>
              </a:rPr>
              <a:t>ً </a:t>
            </a:r>
            <a:r>
              <a:rPr dirty="0" sz="1500" spc="-585">
                <a:solidFill>
                  <a:srgbClr val="1F1F1F"/>
                </a:solidFill>
                <a:latin typeface="Calibri"/>
                <a:cs typeface="Calibri"/>
              </a:rPr>
              <a:t>تبسن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نیاربانب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درف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صرحنم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رثا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3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دیرادن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دکندرک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دراو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لمح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یزاین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،دنتسه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تحار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endParaRPr sz="1500">
              <a:latin typeface="Calibri"/>
              <a:cs typeface="Calibri"/>
            </a:endParaRPr>
          </a:p>
          <a:p>
            <a:pPr algn="r" marR="526415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رگ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مم</a:t>
            </a:r>
            <a:endParaRPr sz="1500">
              <a:latin typeface="Calibri"/>
              <a:cs typeface="Calibri"/>
            </a:endParaRPr>
          </a:p>
          <a:p>
            <a:pPr marL="292100">
              <a:lnSpc>
                <a:spcPct val="100000"/>
              </a:lnSpc>
              <a:spcBef>
                <a:spcPts val="455"/>
              </a:spcBef>
            </a:pP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0">
                <a:solidFill>
                  <a:srgbClr val="1F1F1F"/>
                </a:solidFill>
                <a:latin typeface="Calibri"/>
                <a:cs typeface="Calibri"/>
              </a:rPr>
              <a:t>هتسب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ربراک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8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55600" marR="527050" indent="-216535">
              <a:lnSpc>
                <a:spcPct val="125299"/>
              </a:lnSpc>
              <a:spcBef>
                <a:spcPts val="5"/>
              </a:spcBef>
            </a:pP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نآ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ناوت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مین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دشاب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لمح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یزاین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،دنتسه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تحار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1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درک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لیعج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سکع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حار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endParaRPr sz="1500">
              <a:latin typeface="Calibri"/>
              <a:cs typeface="Calibri"/>
            </a:endParaRPr>
          </a:p>
          <a:p>
            <a:pPr marL="297815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نیرت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نارگ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4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دیرادن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دکندرک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دراو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endParaRPr sz="1500">
              <a:latin typeface="Calibri"/>
              <a:cs typeface="Calibri"/>
            </a:endParaRPr>
          </a:p>
          <a:p>
            <a:pPr marL="304165">
              <a:lnSpc>
                <a:spcPct val="100000"/>
              </a:lnSpc>
              <a:spcBef>
                <a:spcPts val="459"/>
              </a:spcBef>
            </a:pP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-30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اضا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1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-5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10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L="7683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دنهد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شیازفا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رادروخرب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endParaRPr sz="1500">
              <a:latin typeface="Calibri"/>
              <a:cs typeface="Calibri"/>
            </a:endParaRPr>
          </a:p>
          <a:p>
            <a:pPr algn="ctr" marL="105410">
              <a:lnSpc>
                <a:spcPct val="100000"/>
              </a:lnSpc>
              <a:spcBef>
                <a:spcPts val="455"/>
              </a:spcBef>
            </a:pP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صیاخ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طقف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رگید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یراگزاس</a:t>
            </a:r>
            <a:r>
              <a:rPr dirty="0" sz="1500" spc="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L="48514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دیوش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24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مطم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،دیرخ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لبق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endParaRPr sz="1500">
              <a:latin typeface="Calibri"/>
              <a:cs typeface="Calibri"/>
            </a:endParaRPr>
          </a:p>
          <a:p>
            <a:pPr marL="276860">
              <a:lnSpc>
                <a:spcPct val="100000"/>
              </a:lnSpc>
              <a:spcBef>
                <a:spcPts val="455"/>
              </a:spcBef>
            </a:pP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تمیق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ناموت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نویلیم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دنچ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ناموت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رازه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دص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دنچ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هنیزه</a:t>
            </a:r>
            <a:r>
              <a:rPr dirty="0" sz="1500" spc="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789045" marR="68580" indent="-857250">
              <a:lnSpc>
                <a:spcPct val="125299"/>
              </a:lnSpc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8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رظن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0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،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ب  </a:t>
            </a:r>
            <a:r>
              <a:rPr dirty="0" sz="1500" spc="1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7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endParaRPr sz="15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لابند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ریز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تاکن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مهم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،دنمشوه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دیرخ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سپ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19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656" y="809294"/>
            <a:ext cx="6412230" cy="259905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ctr" marR="68580">
              <a:lnSpc>
                <a:spcPct val="100000"/>
              </a:lnSpc>
              <a:spcBef>
                <a:spcPts val="550"/>
              </a:spcBef>
            </a:pPr>
            <a:r>
              <a:rPr dirty="0" sz="1500" spc="-43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4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کاراک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8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لقادح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لماش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یوق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یوق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58635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8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اهدامن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دادعا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،کچوک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فورح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،گرزب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فورح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endParaRPr sz="15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  <a:spcBef>
                <a:spcPts val="455"/>
              </a:spcBef>
            </a:pP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دیهد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یغت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مظنم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دیهد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یغت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مظنم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94906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3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آ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دش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marL="186690">
              <a:lnSpc>
                <a:spcPct val="100000"/>
              </a:lnSpc>
              <a:spcBef>
                <a:spcPts val="430"/>
              </a:spcBef>
            </a:pP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دیراد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هگن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دیراد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هگن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31203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دنناوتن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نارگید</a:t>
            </a:r>
            <a:endParaRPr sz="1500">
              <a:latin typeface="Calibri"/>
              <a:cs typeface="Calibri"/>
            </a:endParaRPr>
          </a:p>
          <a:p>
            <a:pPr algn="ctr" marR="99060">
              <a:lnSpc>
                <a:spcPct val="100000"/>
              </a:lnSpc>
              <a:spcBef>
                <a:spcPts val="459"/>
              </a:spcBef>
            </a:pP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یرازفا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مرن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4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ومعم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هدنزاس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دیراد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هگن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زور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R="8001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دوبهب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تلااکشا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0">
                <a:solidFill>
                  <a:srgbClr val="1F1F1F"/>
                </a:solidFill>
                <a:latin typeface="Calibri"/>
                <a:cs typeface="Calibri"/>
              </a:rPr>
              <a:t>عفر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لماش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8518" sz="2250" spc="-9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endParaRPr sz="1500">
              <a:latin typeface="Calibri"/>
              <a:cs typeface="Calibri"/>
            </a:endParaRPr>
          </a:p>
          <a:p>
            <a:pPr marL="653415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ضخش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تاعلاطا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،تاکن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یوت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پ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20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74773" y="804418"/>
            <a:ext cx="3022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600" spc="-270" b="0">
                <a:solidFill>
                  <a:srgbClr val="FF0000"/>
                </a:solidFill>
                <a:latin typeface="Calibri"/>
                <a:cs typeface="Calibri"/>
              </a:rPr>
              <a:t>د</a:t>
            </a:r>
            <a:r>
              <a:rPr dirty="0" u="none" sz="3600" spc="-365" b="0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u="none" sz="3600" spc="55" b="0">
                <a:solidFill>
                  <a:srgbClr val="FF0000"/>
                </a:solidFill>
                <a:latin typeface="Calibri"/>
                <a:cs typeface="Calibri"/>
              </a:rPr>
              <a:t>م</a:t>
            </a:r>
            <a:r>
              <a:rPr dirty="0" u="none" sz="3600" spc="-1140" b="0">
                <a:solidFill>
                  <a:srgbClr val="FF0000"/>
                </a:solidFill>
                <a:latin typeface="Calibri"/>
                <a:cs typeface="Calibri"/>
              </a:rPr>
              <a:t>ش</a:t>
            </a:r>
            <a:r>
              <a:rPr dirty="0" u="none" sz="3600" spc="-145" b="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>
              <a:rPr dirty="0" u="none" sz="3600" spc="-210" b="0">
                <a:solidFill>
                  <a:srgbClr val="FF0000"/>
                </a:solidFill>
                <a:latin typeface="Calibri"/>
                <a:cs typeface="Calibri"/>
              </a:rPr>
              <a:t>ه</a:t>
            </a:r>
            <a:r>
              <a:rPr dirty="0" u="none" sz="3600" spc="-5" b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u="none" sz="3600" spc="-830" b="0">
                <a:solidFill>
                  <a:srgbClr val="FF0000"/>
                </a:solidFill>
                <a:latin typeface="Calibri"/>
                <a:cs typeface="Calibri"/>
              </a:rPr>
              <a:t>لف</a:t>
            </a:r>
            <a:r>
              <a:rPr dirty="0" u="none" sz="3600" spc="-735" b="0">
                <a:solidFill>
                  <a:srgbClr val="FF0000"/>
                </a:solidFill>
                <a:latin typeface="Calibri"/>
                <a:cs typeface="Calibri"/>
              </a:rPr>
              <a:t>ق</a:t>
            </a:r>
            <a:r>
              <a:rPr dirty="0" u="none" sz="3600" spc="-15" b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u="none" sz="3600" spc="100" b="0">
                <a:solidFill>
                  <a:srgbClr val="FF0000"/>
                </a:solidFill>
                <a:latin typeface="Calibri"/>
                <a:cs typeface="Calibri"/>
              </a:rPr>
              <a:t>ن</a:t>
            </a:r>
            <a:r>
              <a:rPr dirty="0" u="none" sz="3600" spc="-1885" b="0">
                <a:solidFill>
                  <a:srgbClr val="FF0000"/>
                </a:solidFill>
                <a:latin typeface="Calibri"/>
                <a:cs typeface="Calibri"/>
              </a:rPr>
              <a:t>ی</a:t>
            </a:r>
            <a:r>
              <a:rPr dirty="0" u="none" sz="3600" spc="40" b="0">
                <a:solidFill>
                  <a:srgbClr val="FF0000"/>
                </a:solidFill>
                <a:latin typeface="Calibri"/>
                <a:cs typeface="Calibri"/>
              </a:rPr>
              <a:t>ر</a:t>
            </a:r>
            <a:r>
              <a:rPr dirty="0" u="none" sz="3600" spc="-2500" b="0">
                <a:solidFill>
                  <a:srgbClr val="FF0000"/>
                </a:solidFill>
                <a:latin typeface="Calibri"/>
                <a:cs typeface="Calibri"/>
              </a:rPr>
              <a:t>ت</a:t>
            </a:r>
            <a:r>
              <a:rPr dirty="0" u="none" sz="3600" spc="-930" b="0">
                <a:solidFill>
                  <a:srgbClr val="FF0000"/>
                </a:solidFill>
                <a:latin typeface="Calibri"/>
                <a:cs typeface="Calibri"/>
              </a:rPr>
              <a:t>رب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4357" y="1545462"/>
            <a:ext cx="3584575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b="1">
                <a:solidFill>
                  <a:srgbClr val="333333"/>
                </a:solidFill>
                <a:latin typeface="Calibri"/>
                <a:cs typeface="Calibri"/>
              </a:rPr>
              <a:t>Samsung</a:t>
            </a:r>
            <a:r>
              <a:rPr dirty="0" sz="2700" spc="-2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333333"/>
                </a:solidFill>
                <a:latin typeface="Calibri"/>
                <a:cs typeface="Calibri"/>
              </a:rPr>
              <a:t>SDS</a:t>
            </a:r>
            <a:r>
              <a:rPr dirty="0" sz="2700" spc="-65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700" spc="-5" b="1">
                <a:solidFill>
                  <a:srgbClr val="333333"/>
                </a:solidFill>
                <a:latin typeface="Calibri"/>
                <a:cs typeface="Calibri"/>
              </a:rPr>
              <a:t>SHP-DP728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6584" y="6399529"/>
            <a:ext cx="5927725" cy="161925"/>
          </a:xfrm>
          <a:custGeom>
            <a:avLst/>
            <a:gdLst/>
            <a:ahLst/>
            <a:cxnLst/>
            <a:rect l="l" t="t" r="r" b="b"/>
            <a:pathLst>
              <a:path w="5927725" h="161925">
                <a:moveTo>
                  <a:pt x="5927471" y="0"/>
                </a:moveTo>
                <a:lnTo>
                  <a:pt x="0" y="0"/>
                </a:lnTo>
                <a:lnTo>
                  <a:pt x="0" y="161544"/>
                </a:lnTo>
                <a:lnTo>
                  <a:pt x="5927471" y="161544"/>
                </a:lnTo>
                <a:lnTo>
                  <a:pt x="59274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768473" y="5564580"/>
            <a:ext cx="3934460" cy="247142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algn="r" marR="68580">
              <a:lnSpc>
                <a:spcPct val="100000"/>
              </a:lnSpc>
              <a:spcBef>
                <a:spcPts val="195"/>
              </a:spcBef>
            </a:pPr>
            <a:r>
              <a:rPr dirty="0" sz="1000" spc="-235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۳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ربراک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۸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35" b="1">
                <a:solidFill>
                  <a:srgbClr val="161717"/>
                </a:solidFill>
                <a:latin typeface="Calibri"/>
                <a:cs typeface="Calibri"/>
              </a:rPr>
              <a:t>ثوتولب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0" b="1">
                <a:solidFill>
                  <a:srgbClr val="161717"/>
                </a:solidFill>
                <a:latin typeface="Calibri"/>
                <a:cs typeface="Calibri"/>
              </a:rPr>
              <a:t>متسیس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تیلباق</a:t>
            </a:r>
            <a:r>
              <a:rPr dirty="0" sz="1000" spc="11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68580">
              <a:lnSpc>
                <a:spcPct val="100000"/>
              </a:lnSpc>
              <a:spcBef>
                <a:spcPts val="100"/>
              </a:spcBef>
            </a:pP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ابیز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نردم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75" b="1">
                <a:solidFill>
                  <a:srgbClr val="161717"/>
                </a:solidFill>
                <a:latin typeface="Calibri"/>
                <a:cs typeface="Calibri"/>
              </a:rPr>
              <a:t>سیمل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هحفص</a:t>
            </a:r>
            <a:r>
              <a:rPr dirty="0" sz="1000" spc="-6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مودنر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روط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35" b="1">
                <a:solidFill>
                  <a:srgbClr val="161717"/>
                </a:solidFill>
                <a:latin typeface="Calibri"/>
                <a:cs typeface="Calibri"/>
              </a:rPr>
              <a:t>میقر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۱۲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5" b="1">
                <a:solidFill>
                  <a:srgbClr val="161717"/>
                </a:solidFill>
                <a:latin typeface="Calibri"/>
                <a:cs typeface="Calibri"/>
              </a:rPr>
              <a:t>ات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۴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یروبع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 زمر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000" spc="220" b="1">
                <a:solidFill>
                  <a:srgbClr val="161717"/>
                </a:solidFill>
                <a:latin typeface="Calibri"/>
                <a:cs typeface="Calibri"/>
              </a:rPr>
              <a:t>  </a:t>
            </a:r>
            <a:r>
              <a:rPr dirty="0" sz="1000" spc="2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68580">
              <a:lnSpc>
                <a:spcPct val="100000"/>
              </a:lnSpc>
              <a:spcBef>
                <a:spcPts val="70"/>
              </a:spcBef>
            </a:pP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ربراک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۳۱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یارب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RF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85" b="1">
                <a:solidFill>
                  <a:srgbClr val="161717"/>
                </a:solidFill>
                <a:latin typeface="Calibri"/>
                <a:cs typeface="Calibri"/>
              </a:rPr>
              <a:t>گت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95" b="1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تراک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یروبع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زمر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00" b="1">
                <a:solidFill>
                  <a:srgbClr val="161717"/>
                </a:solidFill>
                <a:latin typeface="Calibri"/>
                <a:cs typeface="Calibri"/>
              </a:rPr>
              <a:t>طسوت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40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000" spc="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65" b="1">
                <a:solidFill>
                  <a:srgbClr val="161717"/>
                </a:solidFill>
                <a:latin typeface="Calibri"/>
                <a:cs typeface="Calibri"/>
              </a:rPr>
              <a:t>سیت</a:t>
            </a:r>
            <a:r>
              <a:rPr dirty="0" baseline="27777" sz="1500" spc="-547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7777" sz="1500" spc="-7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30" b="1">
                <a:solidFill>
                  <a:srgbClr val="161717"/>
                </a:solidFill>
                <a:latin typeface="Calibri"/>
                <a:cs typeface="Calibri"/>
              </a:rPr>
              <a:t>سد</a:t>
            </a:r>
            <a:r>
              <a:rPr dirty="0" sz="1000" spc="220" b="1">
                <a:solidFill>
                  <a:srgbClr val="161717"/>
                </a:solidFill>
                <a:latin typeface="Calibri"/>
                <a:cs typeface="Calibri"/>
              </a:rPr>
              <a:t>  </a:t>
            </a:r>
            <a:r>
              <a:rPr dirty="0" sz="1000" spc="2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68580">
              <a:lnSpc>
                <a:spcPts val="1190"/>
              </a:lnSpc>
              <a:spcBef>
                <a:spcPts val="170"/>
              </a:spcBef>
            </a:pP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(Finger</a:t>
            </a:r>
            <a:r>
              <a:rPr dirty="0" baseline="5555" sz="1500" spc="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172" b="1">
                <a:solidFill>
                  <a:srgbClr val="161717"/>
                </a:solidFill>
                <a:latin typeface="Calibri"/>
                <a:cs typeface="Calibri"/>
              </a:rPr>
              <a:t>Print)تشگنارثا</a:t>
            </a:r>
            <a:r>
              <a:rPr dirty="0" baseline="5555" sz="1500" spc="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۱۰۰</a:t>
            </a:r>
            <a:r>
              <a:rPr dirty="0" baseline="5555" sz="15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532" b="1">
                <a:solidFill>
                  <a:srgbClr val="161717"/>
                </a:solidFill>
                <a:latin typeface="Calibri"/>
                <a:cs typeface="Calibri"/>
              </a:rPr>
              <a:t>هت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22" b="1">
                <a:solidFill>
                  <a:srgbClr val="161717"/>
                </a:solidFill>
                <a:latin typeface="Calibri"/>
                <a:cs typeface="Calibri"/>
              </a:rPr>
              <a:t>خذ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45" b="1">
                <a:solidFill>
                  <a:srgbClr val="161717"/>
                </a:solidFill>
                <a:latin typeface="Calibri"/>
                <a:cs typeface="Calibri"/>
              </a:rPr>
              <a:t>تیلباق</a:t>
            </a:r>
            <a:r>
              <a:rPr dirty="0" baseline="5555" sz="1500" spc="168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baseline="5555" sz="1500">
              <a:latin typeface="Symbol"/>
              <a:cs typeface="Symbol"/>
            </a:endParaRPr>
          </a:p>
          <a:p>
            <a:pPr algn="r" marR="68580">
              <a:lnSpc>
                <a:spcPts val="1190"/>
              </a:lnSpc>
            </a:pP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-8333" sz="1500" spc="-127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-8333" sz="1500" spc="-19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5" b="1">
                <a:solidFill>
                  <a:srgbClr val="161717"/>
                </a:solidFill>
                <a:latin typeface="Calibri"/>
                <a:cs typeface="Calibri"/>
              </a:rPr>
              <a:t>یکرت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95" b="1">
                <a:solidFill>
                  <a:srgbClr val="161717"/>
                </a:solidFill>
                <a:latin typeface="Calibri"/>
                <a:cs typeface="Calibri"/>
              </a:rPr>
              <a:t>تروصب</a:t>
            </a:r>
            <a:r>
              <a:rPr dirty="0" sz="10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85" b="1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80" b="1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یروبع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زمر</a:t>
            </a:r>
            <a:r>
              <a:rPr dirty="0" sz="10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نامزمه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تیلباق</a:t>
            </a:r>
            <a:r>
              <a:rPr dirty="0" sz="1000" spc="11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68580">
              <a:lnSpc>
                <a:spcPts val="1190"/>
              </a:lnSpc>
              <a:spcBef>
                <a:spcPts val="165"/>
              </a:spcBef>
            </a:pPr>
            <a:r>
              <a:rPr dirty="0" baseline="5555" sz="1500" spc="-15" b="1">
                <a:solidFill>
                  <a:srgbClr val="161717"/>
                </a:solidFill>
                <a:latin typeface="Calibri"/>
                <a:cs typeface="Calibri"/>
              </a:rPr>
              <a:t>.(pull</a:t>
            </a:r>
            <a:r>
              <a:rPr dirty="0" baseline="5555" sz="15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150" b="1">
                <a:solidFill>
                  <a:srgbClr val="161717"/>
                </a:solidFill>
                <a:latin typeface="Calibri"/>
                <a:cs typeface="Calibri"/>
              </a:rPr>
              <a:t>)دنوش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40" b="1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baseline="5555" sz="1500" spc="-104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54" b="1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45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baseline="5555" sz="1500" spc="3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52" b="1">
                <a:solidFill>
                  <a:srgbClr val="161717"/>
                </a:solidFill>
                <a:latin typeface="Calibri"/>
                <a:cs typeface="Calibri"/>
              </a:rPr>
              <a:t>مه</a:t>
            </a:r>
            <a:r>
              <a:rPr dirty="0" baseline="5555" sz="1500" spc="-9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baseline="5555" sz="1500" spc="-75" b="1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baseline="5555" sz="1500" spc="2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0" b="1">
                <a:solidFill>
                  <a:srgbClr val="161717"/>
                </a:solidFill>
                <a:latin typeface="Calibri"/>
                <a:cs typeface="Calibri"/>
              </a:rPr>
              <a:t>مه </a:t>
            </a:r>
            <a:r>
              <a:rPr dirty="0" baseline="5555" sz="1500" spc="-532" b="1">
                <a:solidFill>
                  <a:srgbClr val="161717"/>
                </a:solidFill>
                <a:latin typeface="Calibri"/>
                <a:cs typeface="Calibri"/>
              </a:rPr>
              <a:t>هت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465" b="1">
                <a:solidFill>
                  <a:srgbClr val="161717"/>
                </a:solidFill>
                <a:latin typeface="Calibri"/>
                <a:cs typeface="Calibri"/>
              </a:rPr>
              <a:t>گتسد</a:t>
            </a:r>
            <a:r>
              <a:rPr dirty="0" baseline="5555" sz="1500" spc="2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84" b="1">
                <a:solidFill>
                  <a:srgbClr val="161717"/>
                </a:solidFill>
                <a:latin typeface="Calibri"/>
                <a:cs typeface="Calibri"/>
              </a:rPr>
              <a:t>ندیشک</a:t>
            </a:r>
            <a:r>
              <a:rPr dirty="0" baseline="5555" sz="1500" spc="-17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97" b="1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135" b="1">
                <a:solidFill>
                  <a:srgbClr val="161717"/>
                </a:solidFill>
                <a:latin typeface="Calibri"/>
                <a:cs typeface="Calibri"/>
              </a:rPr>
              <a:t>لیخاد</a:t>
            </a:r>
            <a:r>
              <a:rPr dirty="0" baseline="5555" sz="1500" spc="2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150" b="1">
                <a:solidFill>
                  <a:srgbClr val="161717"/>
                </a:solidFill>
                <a:latin typeface="Calibri"/>
                <a:cs typeface="Calibri"/>
              </a:rPr>
              <a:t>تمسق</a:t>
            </a:r>
            <a:r>
              <a:rPr dirty="0" baseline="5555" sz="1500" spc="-11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زا    </a:t>
            </a:r>
            <a:r>
              <a:rPr dirty="0" baseline="5555" sz="1500" spc="3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baseline="5555" sz="1500">
              <a:latin typeface="Symbol"/>
              <a:cs typeface="Symbol"/>
            </a:endParaRPr>
          </a:p>
          <a:p>
            <a:pPr algn="r" marR="68580">
              <a:lnSpc>
                <a:spcPts val="1190"/>
              </a:lnSpc>
            </a:pPr>
            <a:r>
              <a:rPr dirty="0" sz="1000" spc="-290" b="1">
                <a:solidFill>
                  <a:srgbClr val="161717"/>
                </a:solidFill>
                <a:latin typeface="Calibri"/>
                <a:cs typeface="Calibri"/>
              </a:rPr>
              <a:t>یت</a:t>
            </a:r>
            <a:r>
              <a:rPr dirty="0" baseline="27777" sz="1500" spc="-434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7777" sz="1500" spc="-8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35" b="1">
                <a:solidFill>
                  <a:srgbClr val="161717"/>
                </a:solidFill>
                <a:latin typeface="Calibri"/>
                <a:cs typeface="Calibri"/>
              </a:rPr>
              <a:t>میتناس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۷۰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هلصاف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ندش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لاعف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تهج</a:t>
            </a:r>
            <a:r>
              <a:rPr dirty="0" sz="1000" spc="-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درارفنیا</a:t>
            </a:r>
            <a:r>
              <a:rPr dirty="0" sz="1000" spc="-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00" b="1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0" b="1">
                <a:solidFill>
                  <a:srgbClr val="161717"/>
                </a:solidFill>
                <a:latin typeface="Calibri"/>
                <a:cs typeface="Calibri"/>
              </a:rPr>
              <a:t>متسیس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زهجم</a:t>
            </a:r>
            <a:r>
              <a:rPr dirty="0" sz="1000" spc="220" b="1">
                <a:solidFill>
                  <a:srgbClr val="161717"/>
                </a:solidFill>
                <a:latin typeface="Calibri"/>
                <a:cs typeface="Calibri"/>
              </a:rPr>
              <a:t>  </a:t>
            </a:r>
            <a:r>
              <a:rPr dirty="0" sz="1000" spc="2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68580">
              <a:lnSpc>
                <a:spcPct val="100000"/>
              </a:lnSpc>
              <a:spcBef>
                <a:spcPts val="75"/>
              </a:spcBef>
            </a:pPr>
            <a:r>
              <a:rPr dirty="0" sz="1000" spc="-200" b="1">
                <a:solidFill>
                  <a:srgbClr val="161717"/>
                </a:solidFill>
                <a:latin typeface="Calibri"/>
                <a:cs typeface="Calibri"/>
              </a:rPr>
              <a:t>تشگنارثا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روسنس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ظفاحم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90" b="1">
                <a:solidFill>
                  <a:srgbClr val="161717"/>
                </a:solidFill>
                <a:latin typeface="Calibri"/>
                <a:cs typeface="Calibri"/>
              </a:rPr>
              <a:t>کیتاموتا</a:t>
            </a:r>
            <a:r>
              <a:rPr dirty="0" sz="1000" spc="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 زهجم</a:t>
            </a:r>
            <a:r>
              <a:rPr dirty="0" sz="1000" spc="220" b="1">
                <a:solidFill>
                  <a:srgbClr val="161717"/>
                </a:solidFill>
                <a:latin typeface="Calibri"/>
                <a:cs typeface="Calibri"/>
              </a:rPr>
              <a:t>  </a:t>
            </a:r>
            <a:r>
              <a:rPr dirty="0" sz="1000" spc="2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68580">
              <a:lnSpc>
                <a:spcPts val="1190"/>
              </a:lnSpc>
              <a:spcBef>
                <a:spcPts val="170"/>
              </a:spcBef>
            </a:pP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.  </a:t>
            </a:r>
            <a:r>
              <a:rPr dirty="0" baseline="5555" sz="1500" spc="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(</a:t>
            </a:r>
            <a:r>
              <a:rPr dirty="0" baseline="5555" sz="15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push</a:t>
            </a:r>
            <a:r>
              <a:rPr dirty="0" baseline="5555" sz="15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157" b="1">
                <a:solidFill>
                  <a:srgbClr val="161717"/>
                </a:solidFill>
                <a:latin typeface="Calibri"/>
                <a:cs typeface="Calibri"/>
              </a:rPr>
              <a:t>)دنوش</a:t>
            </a:r>
            <a:r>
              <a:rPr dirty="0" baseline="5555" sz="15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40" b="1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baseline="5555" sz="1500" spc="-104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70" b="1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baseline="5555" sz="15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52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0" b="1">
                <a:solidFill>
                  <a:srgbClr val="161717"/>
                </a:solidFill>
                <a:latin typeface="Calibri"/>
                <a:cs typeface="Calibri"/>
              </a:rPr>
              <a:t>مه</a:t>
            </a:r>
            <a:r>
              <a:rPr dirty="0" baseline="5555" sz="1500" spc="-9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baseline="5555" sz="1500" spc="-75" b="1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baseline="5555" sz="15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52" b="1">
                <a:solidFill>
                  <a:srgbClr val="161717"/>
                </a:solidFill>
                <a:latin typeface="Calibri"/>
                <a:cs typeface="Calibri"/>
              </a:rPr>
              <a:t>مه</a:t>
            </a:r>
            <a:r>
              <a:rPr dirty="0" baseline="5555" sz="15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532" b="1">
                <a:solidFill>
                  <a:srgbClr val="161717"/>
                </a:solidFill>
                <a:latin typeface="Calibri"/>
                <a:cs typeface="Calibri"/>
              </a:rPr>
              <a:t>هت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465" b="1">
                <a:solidFill>
                  <a:srgbClr val="161717"/>
                </a:solidFill>
                <a:latin typeface="Calibri"/>
                <a:cs typeface="Calibri"/>
              </a:rPr>
              <a:t>گتسد</a:t>
            </a:r>
            <a:r>
              <a:rPr dirty="0" baseline="5555" sz="1500" spc="2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نداد</a:t>
            </a:r>
            <a:r>
              <a:rPr dirty="0" baseline="5555" sz="1500" spc="-9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62" b="1">
                <a:solidFill>
                  <a:srgbClr val="161717"/>
                </a:solidFill>
                <a:latin typeface="Calibri"/>
                <a:cs typeface="Calibri"/>
              </a:rPr>
              <a:t>راشف</a:t>
            </a:r>
            <a:r>
              <a:rPr dirty="0" baseline="5555" sz="1500" spc="-3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82" b="1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07" b="1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33333" sz="1500" spc="-307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33333" sz="15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54" b="1">
                <a:solidFill>
                  <a:srgbClr val="161717"/>
                </a:solidFill>
                <a:latin typeface="Calibri"/>
                <a:cs typeface="Calibri"/>
              </a:rPr>
              <a:t>وت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832" b="1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5555" sz="15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150" b="1">
                <a:solidFill>
                  <a:srgbClr val="161717"/>
                </a:solidFill>
                <a:latin typeface="Calibri"/>
                <a:cs typeface="Calibri"/>
              </a:rPr>
              <a:t>تمسق</a:t>
            </a:r>
            <a:r>
              <a:rPr dirty="0" baseline="5555" sz="1500" spc="-11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زا    </a:t>
            </a:r>
            <a:r>
              <a:rPr dirty="0" baseline="5555" sz="1500" spc="3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baseline="5555" sz="1500">
              <a:latin typeface="Symbol"/>
              <a:cs typeface="Symbol"/>
            </a:endParaRPr>
          </a:p>
          <a:p>
            <a:pPr algn="r" marR="68580">
              <a:lnSpc>
                <a:spcPts val="1190"/>
              </a:lnSpc>
            </a:pPr>
            <a:r>
              <a:rPr dirty="0" sz="1000" spc="-95" b="1">
                <a:solidFill>
                  <a:srgbClr val="161717"/>
                </a:solidFill>
                <a:latin typeface="Calibri"/>
                <a:cs typeface="Calibri"/>
              </a:rPr>
              <a:t>یرارطضا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50" b="1">
                <a:solidFill>
                  <a:srgbClr val="161717"/>
                </a:solidFill>
                <a:latin typeface="Calibri"/>
                <a:cs typeface="Calibri"/>
              </a:rPr>
              <a:t>هیذغت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0" b="1">
                <a:solidFill>
                  <a:srgbClr val="161717"/>
                </a:solidFill>
                <a:latin typeface="Calibri"/>
                <a:cs typeface="Calibri"/>
              </a:rPr>
              <a:t>متسیس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زهجم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AA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85" b="1">
                <a:solidFill>
                  <a:srgbClr val="161717"/>
                </a:solidFill>
                <a:latin typeface="Calibri"/>
                <a:cs typeface="Calibri"/>
              </a:rPr>
              <a:t>میلق</a:t>
            </a:r>
            <a:r>
              <a:rPr dirty="0" sz="10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یرطاب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35" b="1">
                <a:solidFill>
                  <a:srgbClr val="161717"/>
                </a:solidFill>
                <a:latin typeface="Calibri"/>
                <a:cs typeface="Calibri"/>
              </a:rPr>
              <a:t>هلیسو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8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0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50" b="1">
                <a:solidFill>
                  <a:srgbClr val="161717"/>
                </a:solidFill>
                <a:latin typeface="Calibri"/>
                <a:cs typeface="Calibri"/>
              </a:rPr>
              <a:t>هیذغت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عبنم</a:t>
            </a:r>
            <a:r>
              <a:rPr dirty="0" sz="1000" spc="110" b="1">
                <a:solidFill>
                  <a:srgbClr val="161717"/>
                </a:solidFill>
                <a:latin typeface="Calibri"/>
                <a:cs typeface="Calibri"/>
              </a:rPr>
              <a:t>   </a:t>
            </a:r>
            <a:r>
              <a:rPr dirty="0" sz="1000" spc="1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68580">
              <a:lnSpc>
                <a:spcPts val="1190"/>
              </a:lnSpc>
              <a:spcBef>
                <a:spcPts val="165"/>
              </a:spcBef>
            </a:pPr>
            <a:r>
              <a:rPr dirty="0" baseline="5555" sz="1500" spc="-434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47" b="1">
                <a:solidFill>
                  <a:srgbClr val="161717"/>
                </a:solidFill>
                <a:latin typeface="Calibri"/>
                <a:cs typeface="Calibri"/>
              </a:rPr>
              <a:t>گدزد</a:t>
            </a:r>
            <a:r>
              <a:rPr dirty="0" baseline="5555" sz="1500" spc="2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97" b="1">
                <a:solidFill>
                  <a:srgbClr val="161717"/>
                </a:solidFill>
                <a:latin typeface="Calibri"/>
                <a:cs typeface="Calibri"/>
              </a:rPr>
              <a:t>مرلاآ</a:t>
            </a:r>
            <a:r>
              <a:rPr dirty="0" baseline="5555" sz="1500" spc="-7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baseline="5555" sz="1500" spc="-172" b="1">
                <a:solidFill>
                  <a:srgbClr val="161717"/>
                </a:solidFill>
                <a:latin typeface="Calibri"/>
                <a:cs typeface="Calibri"/>
              </a:rPr>
              <a:t>قیرح</a:t>
            </a:r>
            <a:r>
              <a:rPr dirty="0" baseline="5555" sz="1500" spc="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75" b="1">
                <a:solidFill>
                  <a:srgbClr val="161717"/>
                </a:solidFill>
                <a:latin typeface="Calibri"/>
                <a:cs typeface="Calibri"/>
              </a:rPr>
              <a:t>ملاعا</a:t>
            </a:r>
            <a:r>
              <a:rPr dirty="0" baseline="5555" sz="1500" spc="-1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32" b="1">
                <a:solidFill>
                  <a:srgbClr val="161717"/>
                </a:solidFill>
                <a:latin typeface="Calibri"/>
                <a:cs typeface="Calibri"/>
              </a:rPr>
              <a:t>روسنس</a:t>
            </a:r>
            <a:r>
              <a:rPr dirty="0" baseline="5555" sz="15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585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baseline="5555" sz="1500" spc="-8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67" b="1">
                <a:solidFill>
                  <a:srgbClr val="161717"/>
                </a:solidFill>
                <a:latin typeface="Calibri"/>
                <a:cs typeface="Calibri"/>
              </a:rPr>
              <a:t>زهجم</a:t>
            </a:r>
            <a:r>
              <a:rPr dirty="0" baseline="5555" sz="1500" spc="322" b="1">
                <a:solidFill>
                  <a:srgbClr val="161717"/>
                </a:solidFill>
                <a:latin typeface="Calibri"/>
                <a:cs typeface="Calibri"/>
              </a:rPr>
              <a:t>  </a:t>
            </a:r>
            <a:r>
              <a:rPr dirty="0" baseline="5555" sz="1500" spc="3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baseline="5555" sz="1500">
              <a:latin typeface="Symbol"/>
              <a:cs typeface="Symbol"/>
            </a:endParaRPr>
          </a:p>
          <a:p>
            <a:pPr algn="r" marR="68580">
              <a:lnSpc>
                <a:spcPts val="1190"/>
              </a:lnSpc>
            </a:pPr>
            <a:r>
              <a:rPr dirty="0" sz="1000" spc="-100" b="1">
                <a:solidFill>
                  <a:srgbClr val="161717"/>
                </a:solidFill>
                <a:latin typeface="Calibri"/>
                <a:cs typeface="Calibri"/>
              </a:rPr>
              <a:t>یرارطضا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عقاوم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رد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تهج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یرتویپماک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یزلف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90" b="1">
                <a:solidFill>
                  <a:srgbClr val="161717"/>
                </a:solidFill>
                <a:latin typeface="Calibri"/>
                <a:cs typeface="Calibri"/>
              </a:rPr>
              <a:t>دیلک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5" b="1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90" b="1">
                <a:solidFill>
                  <a:srgbClr val="161717"/>
                </a:solidFill>
                <a:latin typeface="Calibri"/>
                <a:cs typeface="Calibri"/>
              </a:rPr>
              <a:t>کییناکم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000" spc="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زهجم</a:t>
            </a:r>
            <a:r>
              <a:rPr dirty="0" sz="1000" spc="220" b="1">
                <a:solidFill>
                  <a:srgbClr val="161717"/>
                </a:solidFill>
                <a:latin typeface="Calibri"/>
                <a:cs typeface="Calibri"/>
              </a:rPr>
              <a:t>  </a:t>
            </a:r>
            <a:r>
              <a:rPr dirty="0" sz="1000" spc="2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68580">
              <a:lnSpc>
                <a:spcPct val="100000"/>
              </a:lnSpc>
              <a:spcBef>
                <a:spcPts val="75"/>
              </a:spcBef>
            </a:pP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(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option</a:t>
            </a:r>
            <a:r>
              <a:rPr dirty="0" sz="1000" spc="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161717"/>
                </a:solidFill>
                <a:latin typeface="Calibri"/>
                <a:cs typeface="Calibri"/>
              </a:rPr>
              <a:t>)رود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هار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0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85" b="1">
                <a:solidFill>
                  <a:srgbClr val="161717"/>
                </a:solidFill>
                <a:latin typeface="Calibri"/>
                <a:cs typeface="Calibri"/>
              </a:rPr>
              <a:t>لت</a:t>
            </a:r>
            <a:r>
              <a:rPr dirty="0" baseline="27777" sz="1500" spc="-427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7777" sz="1500" spc="-7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55" b="1">
                <a:solidFill>
                  <a:srgbClr val="161717"/>
                </a:solidFill>
                <a:latin typeface="Calibri"/>
                <a:cs typeface="Calibri"/>
              </a:rPr>
              <a:t>نک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05" b="1">
                <a:solidFill>
                  <a:srgbClr val="161717"/>
                </a:solidFill>
                <a:latin typeface="Calibri"/>
                <a:cs typeface="Calibri"/>
              </a:rPr>
              <a:t>تومیر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0" b="1">
                <a:solidFill>
                  <a:srgbClr val="161717"/>
                </a:solidFill>
                <a:latin typeface="Calibri"/>
                <a:cs typeface="Calibri"/>
              </a:rPr>
              <a:t>متسیس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تیلباق</a:t>
            </a:r>
            <a:r>
              <a:rPr dirty="0" sz="1000" spc="11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Symbol"/>
              <a:cs typeface="Symbol"/>
            </a:endParaRPr>
          </a:p>
          <a:p>
            <a:pPr algn="r" marR="68580">
              <a:lnSpc>
                <a:spcPct val="100000"/>
              </a:lnSpc>
            </a:pP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تقش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20" b="1">
                <a:solidFill>
                  <a:srgbClr val="161717"/>
                </a:solidFill>
                <a:latin typeface="Calibri"/>
                <a:cs typeface="Calibri"/>
              </a:rPr>
              <a:t>دض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0" b="1">
                <a:solidFill>
                  <a:srgbClr val="161717"/>
                </a:solidFill>
                <a:latin typeface="Calibri"/>
                <a:cs typeface="Calibri"/>
              </a:rPr>
              <a:t>متسیس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زهجم</a:t>
            </a:r>
            <a:r>
              <a:rPr dirty="0" sz="1000" spc="220" b="1">
                <a:solidFill>
                  <a:srgbClr val="161717"/>
                </a:solidFill>
                <a:latin typeface="Calibri"/>
                <a:cs typeface="Calibri"/>
              </a:rPr>
              <a:t>  </a:t>
            </a:r>
            <a:r>
              <a:rPr dirty="0" sz="1000" spc="2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61717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7043" y="2182270"/>
            <a:ext cx="638186" cy="28543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2125" y="2245535"/>
            <a:ext cx="629529" cy="26807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5473" y="2243515"/>
            <a:ext cx="646654" cy="269158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21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3066" y="816610"/>
            <a:ext cx="3271520" cy="645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1115">
              <a:lnSpc>
                <a:spcPct val="100000"/>
              </a:lnSpc>
              <a:spcBef>
                <a:spcPts val="105"/>
              </a:spcBef>
            </a:pP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ره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رد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سیوش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مایپ</a:t>
            </a:r>
            <a:r>
              <a:rPr dirty="0" sz="1000" spc="-2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قیرط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هداوناخ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یاضعا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تشگزاب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تملاس</a:t>
            </a:r>
            <a:endParaRPr sz="1000">
              <a:latin typeface="Calibri"/>
              <a:cs typeface="Calibri"/>
            </a:endParaRPr>
          </a:p>
          <a:p>
            <a:pPr marL="233045" marR="30480" indent="2164715">
              <a:lnSpc>
                <a:spcPct val="102000"/>
              </a:lnSpc>
            </a:pP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6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-459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00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ج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505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170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ز 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000" spc="-220" b="1">
                <a:solidFill>
                  <a:srgbClr val="161717"/>
                </a:solidFill>
                <a:latin typeface="Calibri"/>
                <a:cs typeface="Calibri"/>
              </a:rPr>
              <a:t>هدافتسا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5" b="1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لت</a:t>
            </a:r>
            <a:r>
              <a:rPr dirty="0" baseline="22222" sz="1500" spc="-34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2222" sz="1500" spc="8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27777" sz="1500" spc="7" b="1">
                <a:solidFill>
                  <a:srgbClr val="161717"/>
                </a:solidFill>
                <a:latin typeface="Calibri"/>
                <a:cs typeface="Calibri"/>
              </a:rPr>
              <a:t>ی 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م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هداوناخ</a:t>
            </a:r>
            <a:r>
              <a:rPr dirty="0" sz="1000" spc="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یاضعا</a:t>
            </a:r>
            <a:r>
              <a:rPr dirty="0" sz="1000" spc="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جورخ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 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دورو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قیقد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نامز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00" b="1">
                <a:solidFill>
                  <a:srgbClr val="161717"/>
                </a:solidFill>
                <a:latin typeface="Calibri"/>
                <a:cs typeface="Calibri"/>
              </a:rPr>
              <a:t>علاطا</a:t>
            </a:r>
            <a:endParaRPr sz="1000">
              <a:latin typeface="Calibri"/>
              <a:cs typeface="Calibri"/>
            </a:endParaRPr>
          </a:p>
          <a:p>
            <a:pPr algn="r" marR="30480">
              <a:lnSpc>
                <a:spcPct val="100000"/>
              </a:lnSpc>
              <a:spcBef>
                <a:spcPts val="25"/>
              </a:spcBef>
            </a:pPr>
            <a:r>
              <a:rPr dirty="0" sz="1000" spc="-180" b="1">
                <a:solidFill>
                  <a:srgbClr val="161717"/>
                </a:solidFill>
                <a:latin typeface="Calibri"/>
                <a:cs typeface="Calibri"/>
              </a:rPr>
              <a:t>sHomeنشیکیلپا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092" y="3066668"/>
            <a:ext cx="40227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105"/>
              </a:spcBef>
            </a:pP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25" b="1">
                <a:solidFill>
                  <a:srgbClr val="161717"/>
                </a:solidFill>
                <a:latin typeface="Calibri"/>
                <a:cs typeface="Calibri"/>
              </a:rPr>
              <a:t>کیینوت</a:t>
            </a:r>
            <a:r>
              <a:rPr dirty="0" baseline="27777" sz="1500" spc="-487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7777" sz="1500" spc="-8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5" b="1">
                <a:solidFill>
                  <a:srgbClr val="161717"/>
                </a:solidFill>
                <a:latin typeface="Calibri"/>
                <a:cs typeface="Calibri"/>
              </a:rPr>
              <a:t>کلا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دوخ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00" b="1">
                <a:solidFill>
                  <a:srgbClr val="161717"/>
                </a:solidFill>
                <a:latin typeface="Calibri"/>
                <a:cs typeface="Calibri"/>
              </a:rPr>
              <a:t>دنمشوه</a:t>
            </a:r>
            <a:r>
              <a:rPr dirty="0" sz="1000" spc="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لیابوم</a:t>
            </a:r>
            <a:r>
              <a:rPr dirty="0" sz="1000" spc="-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5" b="1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تسین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14" b="1">
                <a:solidFill>
                  <a:srgbClr val="161717"/>
                </a:solidFill>
                <a:latin typeface="Calibri"/>
                <a:cs typeface="Calibri"/>
              </a:rPr>
              <a:t>تراکو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85" b="1">
                <a:solidFill>
                  <a:srgbClr val="161717"/>
                </a:solidFill>
                <a:latin typeface="Calibri"/>
                <a:cs typeface="Calibri"/>
              </a:rPr>
              <a:t>گت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13888" sz="1500" spc="-322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13888" sz="1500" spc="24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27777" sz="1500" spc="-644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7777" sz="1500" spc="-44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95" b="1">
                <a:solidFill>
                  <a:srgbClr val="161717"/>
                </a:solidFill>
                <a:latin typeface="Calibri"/>
                <a:cs typeface="Calibri"/>
              </a:rPr>
              <a:t>شاد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10" b="1">
                <a:solidFill>
                  <a:srgbClr val="161717"/>
                </a:solidFill>
                <a:latin typeface="Calibri"/>
                <a:cs typeface="Calibri"/>
              </a:rPr>
              <a:t>هارمه  </a:t>
            </a:r>
            <a:r>
              <a:rPr dirty="0" sz="1000" spc="-375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یزاین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80" b="1">
                <a:solidFill>
                  <a:srgbClr val="161717"/>
                </a:solidFill>
                <a:latin typeface="Calibri"/>
                <a:cs typeface="Calibri"/>
              </a:rPr>
              <a:t>رگید</a:t>
            </a:r>
            <a:endParaRPr sz="1000">
              <a:latin typeface="Calibri"/>
              <a:cs typeface="Calibri"/>
            </a:endParaRPr>
          </a:p>
          <a:p>
            <a:pPr algn="r" marR="32384">
              <a:lnSpc>
                <a:spcPct val="100000"/>
              </a:lnSpc>
            </a:pPr>
            <a:r>
              <a:rPr dirty="0" sz="1000" spc="-185" b="1">
                <a:solidFill>
                  <a:srgbClr val="161717"/>
                </a:solidFill>
                <a:latin typeface="Calibri"/>
                <a:cs typeface="Calibri"/>
              </a:rPr>
              <a:t>.دینکزاب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دوخ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لت</a:t>
            </a:r>
            <a:r>
              <a:rPr dirty="0" baseline="22222" sz="1500" spc="-34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2222" sz="1500" spc="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27777" sz="1500" spc="7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7777" sz="1500" spc="-89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000" spc="229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sHome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85" b="1">
                <a:solidFill>
                  <a:srgbClr val="161717"/>
                </a:solidFill>
                <a:latin typeface="Calibri"/>
                <a:cs typeface="Calibri"/>
              </a:rPr>
              <a:t>نشیکیلپا</a:t>
            </a:r>
            <a:r>
              <a:rPr dirty="0" sz="1000" spc="2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قیرط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04" b="1">
                <a:solidFill>
                  <a:srgbClr val="161717"/>
                </a:solidFill>
                <a:latin typeface="Calibri"/>
                <a:cs typeface="Calibri"/>
              </a:rPr>
              <a:t>همکد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0" b="1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سمل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5" b="1">
                <a:solidFill>
                  <a:srgbClr val="161717"/>
                </a:solidFill>
                <a:latin typeface="Calibri"/>
                <a:cs typeface="Calibri"/>
              </a:rPr>
              <a:t>اب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دیوش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کیدزن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5148" y="4755896"/>
            <a:ext cx="4112895" cy="3346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429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دورو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۳۰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00" b="1">
                <a:solidFill>
                  <a:srgbClr val="161717"/>
                </a:solidFill>
                <a:latin typeface="Calibri"/>
                <a:cs typeface="Calibri"/>
              </a:rPr>
              <a:t>شیب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45" b="1">
                <a:solidFill>
                  <a:srgbClr val="161717"/>
                </a:solidFill>
                <a:latin typeface="Calibri"/>
                <a:cs typeface="Calibri"/>
              </a:rPr>
              <a:t>تبث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ات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95" b="1">
                <a:solidFill>
                  <a:srgbClr val="161717"/>
                </a:solidFill>
                <a:latin typeface="Calibri"/>
                <a:cs typeface="Calibri"/>
              </a:rPr>
              <a:t>دوب</a:t>
            </a:r>
            <a:r>
              <a:rPr dirty="0" sz="1000" spc="-1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دیهاوخ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رداق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امش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جورخ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دورو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45" b="1">
                <a:solidFill>
                  <a:srgbClr val="161717"/>
                </a:solidFill>
                <a:latin typeface="Calibri"/>
                <a:cs typeface="Calibri"/>
              </a:rPr>
              <a:t>تبث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قیرط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لزانم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20" b="1">
                <a:solidFill>
                  <a:srgbClr val="161717"/>
                </a:solidFill>
                <a:latin typeface="Calibri"/>
                <a:cs typeface="Calibri"/>
              </a:rPr>
              <a:t>تینما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شیازفا</a:t>
            </a:r>
            <a:endParaRPr sz="10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25"/>
              </a:spcBef>
            </a:pPr>
            <a:r>
              <a:rPr dirty="0" sz="1000" spc="6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-360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-250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-434" b="1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000" spc="-9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0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-145" b="1">
                <a:solidFill>
                  <a:srgbClr val="161717"/>
                </a:solidFill>
                <a:latin typeface="Calibri"/>
                <a:cs typeface="Calibri"/>
              </a:rPr>
              <a:t>ظ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ح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000" spc="-6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spc="-20" b="1">
                <a:solidFill>
                  <a:srgbClr val="161717"/>
                </a:solidFill>
                <a:latin typeface="Calibri"/>
                <a:cs typeface="Calibri"/>
              </a:rPr>
              <a:t>s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H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o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m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e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-335" b="1">
                <a:solidFill>
                  <a:srgbClr val="161717"/>
                </a:solidFill>
                <a:latin typeface="Calibri"/>
                <a:cs typeface="Calibri"/>
              </a:rPr>
              <a:t>شی</a:t>
            </a:r>
            <a:r>
              <a:rPr dirty="0" sz="1000" spc="-380" b="1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000" spc="-38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-305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000" spc="-275" b="1">
                <a:solidFill>
                  <a:srgbClr val="161717"/>
                </a:solidFill>
                <a:latin typeface="Calibri"/>
                <a:cs typeface="Calibri"/>
              </a:rPr>
              <a:t>پا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ق</a:t>
            </a:r>
            <a:r>
              <a:rPr dirty="0" sz="1000" spc="-484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ط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7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20" b="1">
                <a:solidFill>
                  <a:srgbClr val="161717"/>
                </a:solidFill>
                <a:latin typeface="Calibri"/>
                <a:cs typeface="Calibri"/>
              </a:rPr>
              <a:t>ج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2519" y="6313678"/>
            <a:ext cx="19653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540" b="1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000" spc="-250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-135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25" b="1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رد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6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000" spc="-6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30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555" b="1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رد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260" b="1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آ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spc="-445" b="1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000" spc="-325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spc="-105" b="1">
                <a:solidFill>
                  <a:srgbClr val="161717"/>
                </a:solidFill>
                <a:latin typeface="Calibri"/>
                <a:cs typeface="Calibri"/>
              </a:rPr>
              <a:t>ع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9833" y="7713091"/>
            <a:ext cx="4095115" cy="49022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8100" marR="30480" indent="91440">
              <a:lnSpc>
                <a:spcPct val="102200"/>
              </a:lnSpc>
              <a:spcBef>
                <a:spcPts val="80"/>
              </a:spcBef>
            </a:pPr>
            <a:r>
              <a:rPr dirty="0" sz="1000" spc="-250" b="1">
                <a:solidFill>
                  <a:srgbClr val="161717"/>
                </a:solidFill>
                <a:latin typeface="Calibri"/>
                <a:cs typeface="Calibri"/>
              </a:rPr>
              <a:t>هلصاف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000" spc="-370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19444" sz="1500" spc="-555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19444" sz="1500" spc="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کرح    </a:t>
            </a:r>
            <a:r>
              <a:rPr dirty="0" sz="1000" spc="-2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ره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صیخشت</a:t>
            </a:r>
            <a:r>
              <a:rPr dirty="0" sz="1000" spc="-2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90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65" b="1">
                <a:solidFill>
                  <a:srgbClr val="161717"/>
                </a:solidFill>
                <a:latin typeface="Calibri"/>
                <a:cs typeface="Calibri"/>
              </a:rPr>
              <a:t>رداق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90" b="1">
                <a:solidFill>
                  <a:srgbClr val="161717"/>
                </a:solidFill>
                <a:latin typeface="Calibri"/>
                <a:cs typeface="Calibri"/>
              </a:rPr>
              <a:t>کیتاموتا</a:t>
            </a:r>
            <a:r>
              <a:rPr dirty="0" sz="1000" spc="-1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95" b="1">
                <a:solidFill>
                  <a:srgbClr val="161717"/>
                </a:solidFill>
                <a:latin typeface="Calibri"/>
                <a:cs typeface="Calibri"/>
              </a:rPr>
              <a:t>تروصب</a:t>
            </a:r>
            <a:r>
              <a:rPr dirty="0" sz="1000" spc="-1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) </a:t>
            </a:r>
            <a:r>
              <a:rPr dirty="0" sz="1000" spc="-170" b="1">
                <a:solidFill>
                  <a:srgbClr val="161717"/>
                </a:solidFill>
                <a:latin typeface="Calibri"/>
                <a:cs typeface="Calibri"/>
              </a:rPr>
              <a:t>درارفنیا</a:t>
            </a: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( IR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یژولونکت</a:t>
            </a:r>
            <a:r>
              <a:rPr dirty="0" sz="1000" spc="-2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45" b="1">
                <a:solidFill>
                  <a:srgbClr val="161717"/>
                </a:solidFill>
                <a:latin typeface="Calibri"/>
                <a:cs typeface="Calibri"/>
              </a:rPr>
              <a:t>ندوب</a:t>
            </a:r>
            <a:r>
              <a:rPr dirty="0" sz="1000" spc="-14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اراد </a:t>
            </a: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اب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دهاوخ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برد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ندش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70" b="1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تهج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تراک</a:t>
            </a:r>
            <a:r>
              <a:rPr dirty="0" sz="1000" spc="-1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80" b="1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زمر،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85" b="1">
                <a:solidFill>
                  <a:srgbClr val="161717"/>
                </a:solidFill>
                <a:latin typeface="Calibri"/>
                <a:cs typeface="Calibri"/>
              </a:rPr>
              <a:t>تشگنا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80" b="1">
                <a:solidFill>
                  <a:srgbClr val="161717"/>
                </a:solidFill>
                <a:latin typeface="Calibri"/>
                <a:cs typeface="Calibri"/>
              </a:rPr>
              <a:t>رثا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45" b="1">
                <a:solidFill>
                  <a:srgbClr val="161717"/>
                </a:solidFill>
                <a:latin typeface="Calibri"/>
                <a:cs typeface="Calibri"/>
              </a:rPr>
              <a:t>تبث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هدامآ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85" b="1">
                <a:solidFill>
                  <a:srgbClr val="161717"/>
                </a:solidFill>
                <a:latin typeface="Calibri"/>
                <a:cs typeface="Calibri"/>
              </a:rPr>
              <a:t>دشاب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90" b="1">
                <a:solidFill>
                  <a:srgbClr val="161717"/>
                </a:solidFill>
                <a:latin typeface="Calibri"/>
                <a:cs typeface="Calibri"/>
              </a:rPr>
              <a:t>یت</a:t>
            </a:r>
            <a:r>
              <a:rPr dirty="0" baseline="27777" sz="1500" spc="-434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7777" sz="1500" spc="-89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35" b="1">
                <a:solidFill>
                  <a:srgbClr val="161717"/>
                </a:solidFill>
                <a:latin typeface="Calibri"/>
                <a:cs typeface="Calibri"/>
              </a:rPr>
              <a:t>میتناس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۵۰</a:t>
            </a:r>
            <a:endParaRPr sz="1000">
              <a:latin typeface="Calibri"/>
              <a:cs typeface="Calibri"/>
            </a:endParaRPr>
          </a:p>
          <a:p>
            <a:pPr algn="r" marR="30480">
              <a:lnSpc>
                <a:spcPct val="100000"/>
              </a:lnSpc>
              <a:spcBef>
                <a:spcPts val="25"/>
              </a:spcBef>
            </a:pPr>
            <a:r>
              <a:rPr dirty="0" sz="1000" spc="-150" b="1">
                <a:solidFill>
                  <a:srgbClr val="161717"/>
                </a:solidFill>
                <a:latin typeface="Calibri"/>
                <a:cs typeface="Calibri"/>
              </a:rPr>
              <a:t>.دوب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868849"/>
            <a:ext cx="2743200" cy="127364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5395" y="2753995"/>
            <a:ext cx="2211704" cy="1295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519" y="4352925"/>
            <a:ext cx="1979930" cy="139318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6584" y="6029325"/>
            <a:ext cx="2869562" cy="137413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6933" y="7474915"/>
            <a:ext cx="1978506" cy="180052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22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0208" y="828802"/>
            <a:ext cx="3131820" cy="322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0480">
              <a:lnSpc>
                <a:spcPts val="1165"/>
              </a:lnSpc>
              <a:spcBef>
                <a:spcPts val="105"/>
              </a:spcBef>
            </a:pPr>
            <a:r>
              <a:rPr dirty="0" baseline="5555" sz="1500" spc="-52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baseline="5555" sz="1500" spc="67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spc="-810" b="1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baseline="5555" sz="1500" spc="-75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67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baseline="5555" sz="1500" spc="-382" b="1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baseline="5555" sz="1500" spc="-2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30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baseline="5555" sz="1500" spc="-832" b="1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5555" sz="15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450" b="1">
                <a:solidFill>
                  <a:srgbClr val="161717"/>
                </a:solidFill>
                <a:latin typeface="Calibri"/>
                <a:cs typeface="Calibri"/>
              </a:rPr>
              <a:t>می</a:t>
            </a:r>
            <a:r>
              <a:rPr dirty="0" baseline="5555" sz="1500" spc="67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5555" sz="1500" spc="-225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spc="2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697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baseline="5555" sz="1500" spc="-405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667" b="1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baseline="5555" sz="1500" spc="-757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5555" sz="1500" spc="-390" b="1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baseline="5555" sz="1500" spc="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330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baseline="5555" sz="1500" spc="-667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baseline="5555" sz="1500" spc="67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baseline="5555" sz="1500" spc="-705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baseline="5555" sz="1500" spc="-9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baseline="5555" sz="15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179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5555" sz="1500" spc="-112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baseline="5555" sz="1500" spc="67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baseline="5555" sz="1500" spc="-322" b="1">
                <a:solidFill>
                  <a:srgbClr val="161717"/>
                </a:solidFill>
                <a:latin typeface="Calibri"/>
                <a:cs typeface="Calibri"/>
              </a:rPr>
              <a:t>سش</a:t>
            </a:r>
            <a:r>
              <a:rPr dirty="0" baseline="5555" sz="1500" spc="-869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آ</a:t>
            </a:r>
            <a:r>
              <a:rPr dirty="0" baseline="5555" sz="1500" spc="-89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434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17" b="1">
                <a:solidFill>
                  <a:srgbClr val="161717"/>
                </a:solidFill>
                <a:latin typeface="Calibri"/>
                <a:cs typeface="Calibri"/>
              </a:rPr>
              <a:t>ظ</a:t>
            </a:r>
            <a:r>
              <a:rPr dirty="0" baseline="5555" sz="1500" spc="-442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baseline="5555" sz="15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17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5555" sz="1500" spc="-217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spc="67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5555" sz="1500" spc="-217" b="1">
                <a:solidFill>
                  <a:srgbClr val="161717"/>
                </a:solidFill>
                <a:latin typeface="Calibri"/>
                <a:cs typeface="Calibri"/>
              </a:rPr>
              <a:t>ط</a:t>
            </a:r>
            <a:r>
              <a:rPr dirty="0" baseline="5555" sz="1500" spc="-412" b="1">
                <a:solidFill>
                  <a:srgbClr val="161717"/>
                </a:solidFill>
                <a:latin typeface="Calibri"/>
                <a:cs typeface="Calibri"/>
              </a:rPr>
              <a:t>ض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ط</a:t>
            </a:r>
            <a:r>
              <a:rPr dirty="0" baseline="5555" sz="1500" spc="-61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5555" sz="1500" spc="-217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spc="-247" b="1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baseline="25000" sz="1500" spc="-644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5000" sz="15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25000" sz="1500" spc="3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endParaRPr baseline="5555" sz="1500">
              <a:latin typeface="Calibri"/>
              <a:cs typeface="Calibri"/>
            </a:endParaRPr>
          </a:p>
          <a:p>
            <a:pPr algn="r" marR="59055">
              <a:lnSpc>
                <a:spcPts val="1165"/>
              </a:lnSpc>
            </a:pP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اد</a:t>
            </a:r>
            <a:r>
              <a:rPr dirty="0" sz="1000" spc="-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6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-125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4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10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000" spc="-580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22222" sz="1500" spc="7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2222" sz="1500" spc="5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27777" sz="1500" spc="7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7777" sz="1500" spc="-89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70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spc="-325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00" b="1">
                <a:solidFill>
                  <a:srgbClr val="161717"/>
                </a:solidFill>
                <a:latin typeface="Calibri"/>
                <a:cs typeface="Calibri"/>
              </a:rPr>
              <a:t>ع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ــــ</a:t>
            </a:r>
            <a:r>
              <a:rPr dirty="0" sz="1000" spc="-55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145" b="1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20" b="1">
                <a:solidFill>
                  <a:srgbClr val="161717"/>
                </a:solidFill>
                <a:latin typeface="Calibri"/>
                <a:cs typeface="Calibri"/>
              </a:rPr>
              <a:t>ج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2184" y="2304415"/>
            <a:ext cx="3412490" cy="50292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r" marL="92710" marR="30480" indent="-55244">
              <a:lnSpc>
                <a:spcPct val="102000"/>
              </a:lnSpc>
              <a:spcBef>
                <a:spcPts val="85"/>
              </a:spcBef>
            </a:pP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هار</a:t>
            </a:r>
            <a:r>
              <a:rPr dirty="0" sz="1000" spc="-1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000" spc="-265" b="1">
                <a:solidFill>
                  <a:srgbClr val="161717"/>
                </a:solidFill>
                <a:latin typeface="Calibri"/>
                <a:cs typeface="Calibri"/>
              </a:rPr>
              <a:t>هبیرغ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25" b="1">
                <a:solidFill>
                  <a:srgbClr val="161717"/>
                </a:solidFill>
                <a:latin typeface="Calibri"/>
                <a:cs typeface="Calibri"/>
              </a:rPr>
              <a:t>دارفا</a:t>
            </a:r>
            <a:r>
              <a:rPr dirty="0" sz="1000" spc="-1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10" b="1">
                <a:solidFill>
                  <a:srgbClr val="161717"/>
                </a:solidFill>
                <a:latin typeface="Calibri"/>
                <a:cs typeface="Calibri"/>
              </a:rPr>
              <a:t>هچنانچ</a:t>
            </a:r>
            <a:r>
              <a:rPr dirty="0" sz="1000" spc="-10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،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برد </a:t>
            </a:r>
            <a:r>
              <a:rPr dirty="0" sz="1000" spc="-75" b="1">
                <a:solidFill>
                  <a:srgbClr val="161717"/>
                </a:solidFill>
                <a:latin typeface="Calibri"/>
                <a:cs typeface="Calibri"/>
              </a:rPr>
              <a:t>ندش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دعب</a:t>
            </a:r>
            <a:r>
              <a:rPr dirty="0" sz="1000" spc="-2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14" b="1">
                <a:solidFill>
                  <a:srgbClr val="161717"/>
                </a:solidFill>
                <a:latin typeface="Calibri"/>
                <a:cs typeface="Calibri"/>
              </a:rPr>
              <a:t>هناخ</a:t>
            </a:r>
            <a:r>
              <a:rPr dirty="0" sz="1000" spc="-1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04" b="1">
                <a:solidFill>
                  <a:srgbClr val="161717"/>
                </a:solidFill>
                <a:latin typeface="Calibri"/>
                <a:cs typeface="Calibri"/>
              </a:rPr>
              <a:t>همکد</a:t>
            </a:r>
            <a:r>
              <a:rPr dirty="0" sz="1000" spc="-2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0" b="1">
                <a:solidFill>
                  <a:srgbClr val="161717"/>
                </a:solidFill>
                <a:latin typeface="Calibri"/>
                <a:cs typeface="Calibri"/>
              </a:rPr>
              <a:t>کی</a:t>
            </a:r>
            <a:r>
              <a:rPr dirty="0" sz="1000" spc="-204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35" b="1">
                <a:solidFill>
                  <a:srgbClr val="161717"/>
                </a:solidFill>
                <a:latin typeface="Calibri"/>
                <a:cs typeface="Calibri"/>
              </a:rPr>
              <a:t>هداس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75" b="1">
                <a:solidFill>
                  <a:srgbClr val="161717"/>
                </a:solidFill>
                <a:latin typeface="Calibri"/>
                <a:cs typeface="Calibri"/>
              </a:rPr>
              <a:t>راشف</a:t>
            </a:r>
            <a:r>
              <a:rPr dirty="0" sz="1000" spc="-12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5" b="1">
                <a:solidFill>
                  <a:srgbClr val="161717"/>
                </a:solidFill>
                <a:latin typeface="Calibri"/>
                <a:cs typeface="Calibri"/>
              </a:rPr>
              <a:t>اب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لخاد 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تمس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زا 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برد </a:t>
            </a:r>
            <a:r>
              <a:rPr dirty="0" sz="1000" spc="-145" b="1">
                <a:solidFill>
                  <a:srgbClr val="161717"/>
                </a:solidFill>
                <a:latin typeface="Calibri"/>
                <a:cs typeface="Calibri"/>
              </a:rPr>
              <a:t>ندرکزاب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ضحم </a:t>
            </a:r>
            <a:r>
              <a:rPr dirty="0" sz="1000" spc="-375" b="1">
                <a:solidFill>
                  <a:srgbClr val="161717"/>
                </a:solidFill>
                <a:latin typeface="Calibri"/>
                <a:cs typeface="Calibri"/>
              </a:rPr>
              <a:t>هب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، </a:t>
            </a:r>
            <a:r>
              <a:rPr dirty="0" sz="1000" spc="-195" b="1">
                <a:solidFill>
                  <a:srgbClr val="161717"/>
                </a:solidFill>
                <a:latin typeface="Calibri"/>
                <a:cs typeface="Calibri"/>
              </a:rPr>
              <a:t>دنشاب</a:t>
            </a:r>
            <a:r>
              <a:rPr dirty="0" sz="1000" spc="-9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70" b="1">
                <a:solidFill>
                  <a:srgbClr val="161717"/>
                </a:solidFill>
                <a:latin typeface="Calibri"/>
                <a:cs typeface="Calibri"/>
              </a:rPr>
              <a:t>هدش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0" b="1">
                <a:solidFill>
                  <a:srgbClr val="161717"/>
                </a:solidFill>
                <a:latin typeface="Calibri"/>
                <a:cs typeface="Calibri"/>
              </a:rPr>
              <a:t>امش</a:t>
            </a:r>
            <a:r>
              <a:rPr dirty="0" sz="1000" spc="7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لت</a:t>
            </a:r>
            <a:r>
              <a:rPr dirty="0" baseline="22222" sz="1500" spc="-34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2222" sz="1500" spc="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27777" sz="1500" spc="7" b="1">
                <a:solidFill>
                  <a:srgbClr val="161717"/>
                </a:solidFill>
                <a:latin typeface="Calibri"/>
                <a:cs typeface="Calibri"/>
              </a:rPr>
              <a:t>ی 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م </a:t>
            </a:r>
            <a:r>
              <a:rPr dirty="0" sz="1000" spc="-45" b="1">
                <a:solidFill>
                  <a:srgbClr val="161717"/>
                </a:solidFill>
                <a:latin typeface="Calibri"/>
                <a:cs typeface="Calibri"/>
              </a:rPr>
              <a:t>دراو </a:t>
            </a:r>
            <a:r>
              <a:rPr dirty="0" sz="1000" spc="-210" b="1">
                <a:solidFill>
                  <a:srgbClr val="161717"/>
                </a:solidFill>
                <a:latin typeface="Calibri"/>
                <a:cs typeface="Calibri"/>
              </a:rPr>
              <a:t>رگید </a:t>
            </a:r>
            <a:r>
              <a:rPr dirty="0" sz="1000" spc="-204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5" b="1">
                <a:solidFill>
                  <a:srgbClr val="161717"/>
                </a:solidFill>
                <a:latin typeface="Calibri"/>
                <a:cs typeface="Calibri"/>
              </a:rPr>
              <a:t>یاه</a:t>
            </a:r>
            <a:endParaRPr sz="1000">
              <a:latin typeface="Calibri"/>
              <a:cs typeface="Calibri"/>
            </a:endParaRPr>
          </a:p>
          <a:p>
            <a:pPr algn="r" marR="30480">
              <a:lnSpc>
                <a:spcPct val="100000"/>
              </a:lnSpc>
              <a:spcBef>
                <a:spcPts val="120"/>
              </a:spcBef>
            </a:pPr>
            <a:r>
              <a:rPr dirty="0" baseline="8333" sz="1500" b="1">
                <a:solidFill>
                  <a:srgbClr val="161717"/>
                </a:solidFill>
                <a:latin typeface="Calibri"/>
                <a:cs typeface="Calibri"/>
              </a:rPr>
              <a:t>.</a:t>
            </a:r>
            <a:r>
              <a:rPr dirty="0" baseline="8333" sz="15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89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baseline="5555" sz="1500" spc="-382" b="1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baseline="5555" sz="1500" spc="-2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52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baseline="5555" sz="1500" spc="-187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baseline="5555" sz="1500" spc="-104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spc="67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baseline="5555" sz="1500" spc="37" b="1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r>
              <a:rPr dirty="0" baseline="5555" sz="1500" spc="2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22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baseline="5555" sz="1500" spc="3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spc="-225" b="1">
                <a:solidFill>
                  <a:srgbClr val="161717"/>
                </a:solidFill>
                <a:latin typeface="Calibri"/>
                <a:cs typeface="Calibri"/>
              </a:rPr>
              <a:t>ع</a:t>
            </a:r>
            <a:r>
              <a:rPr dirty="0" baseline="5555" sz="1500" spc="-750" b="1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baseline="5555" sz="1500" spc="-8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434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780" b="1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baseline="5555" sz="1500" spc="-195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baseline="5555" sz="1500" spc="7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5555" sz="1500" spc="-187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baseline="5555" sz="1500" spc="-7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5555" sz="1500" spc="-187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baseline="5555" sz="1500" spc="-82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baseline="5555" sz="1500" b="1">
                <a:solidFill>
                  <a:srgbClr val="161717"/>
                </a:solidFill>
                <a:latin typeface="Calibri"/>
                <a:cs typeface="Calibri"/>
              </a:rPr>
              <a:t>آ</a:t>
            </a:r>
            <a:endParaRPr baseline="5555"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9678" y="3682746"/>
            <a:ext cx="22688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هحفص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یور</a:t>
            </a:r>
            <a:r>
              <a:rPr dirty="0" sz="1000" spc="-6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5" b="1">
                <a:solidFill>
                  <a:srgbClr val="161717"/>
                </a:solidFill>
                <a:latin typeface="Calibri"/>
                <a:cs typeface="Calibri"/>
              </a:rPr>
              <a:t>رب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35" b="1">
                <a:solidFill>
                  <a:srgbClr val="161717"/>
                </a:solidFill>
                <a:latin typeface="Calibri"/>
                <a:cs typeface="Calibri"/>
              </a:rPr>
              <a:t>لفق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45" b="1">
                <a:solidFill>
                  <a:srgbClr val="161717"/>
                </a:solidFill>
                <a:latin typeface="Calibri"/>
                <a:cs typeface="Calibri"/>
              </a:rPr>
              <a:t>ندوب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75" b="1">
                <a:solidFill>
                  <a:srgbClr val="161717"/>
                </a:solidFill>
                <a:latin typeface="Calibri"/>
                <a:cs typeface="Calibri"/>
              </a:rPr>
              <a:t>هتسب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80" b="1">
                <a:solidFill>
                  <a:srgbClr val="161717"/>
                </a:solidFill>
                <a:latin typeface="Calibri"/>
                <a:cs typeface="Calibri"/>
              </a:rPr>
              <a:t>ای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80" b="1">
                <a:solidFill>
                  <a:srgbClr val="161717"/>
                </a:solidFill>
                <a:latin typeface="Calibri"/>
                <a:cs typeface="Calibri"/>
              </a:rPr>
              <a:t>زاب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5" b="1">
                <a:solidFill>
                  <a:srgbClr val="161717"/>
                </a:solidFill>
                <a:latin typeface="Calibri"/>
                <a:cs typeface="Calibri"/>
              </a:rPr>
              <a:t>مایپ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70" b="1">
                <a:solidFill>
                  <a:srgbClr val="161717"/>
                </a:solidFill>
                <a:latin typeface="Calibri"/>
                <a:cs typeface="Calibri"/>
              </a:rPr>
              <a:t>ندش</a:t>
            </a:r>
            <a:r>
              <a:rPr dirty="0" sz="1000" spc="-6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رهاظ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0152" y="5606288"/>
            <a:ext cx="4147820" cy="3352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لاعف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رطخ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ملاعا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مرلاآ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دهد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صیخشت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04" b="1">
                <a:solidFill>
                  <a:srgbClr val="161717"/>
                </a:solidFill>
                <a:latin typeface="Calibri"/>
                <a:cs typeface="Calibri"/>
              </a:rPr>
              <a:t>هقیقد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۱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0" b="1">
                <a:solidFill>
                  <a:srgbClr val="161717"/>
                </a:solidFill>
                <a:latin typeface="Calibri"/>
                <a:cs typeface="Calibri"/>
              </a:rPr>
              <a:t>نامز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00" b="1">
                <a:solidFill>
                  <a:srgbClr val="161717"/>
                </a:solidFill>
                <a:latin typeface="Calibri"/>
                <a:cs typeface="Calibri"/>
              </a:rPr>
              <a:t>شیب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ار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00" b="1">
                <a:solidFill>
                  <a:srgbClr val="161717"/>
                </a:solidFill>
                <a:latin typeface="Calibri"/>
                <a:cs typeface="Calibri"/>
              </a:rPr>
              <a:t>کیوکشم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0" b="1">
                <a:solidFill>
                  <a:srgbClr val="161717"/>
                </a:solidFill>
                <a:latin typeface="Calibri"/>
                <a:cs typeface="Calibri"/>
              </a:rPr>
              <a:t>تکرح</a:t>
            </a:r>
            <a:r>
              <a:rPr dirty="0" sz="1000" spc="3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IR</a:t>
            </a:r>
            <a:r>
              <a:rPr dirty="0" sz="1000" spc="25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روسنس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0" b="1">
                <a:solidFill>
                  <a:srgbClr val="161717"/>
                </a:solidFill>
                <a:latin typeface="Calibri"/>
                <a:cs typeface="Calibri"/>
              </a:rPr>
              <a:t>هکینامز</a:t>
            </a:r>
            <a:endParaRPr sz="10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30"/>
              </a:spcBef>
            </a:pPr>
            <a:r>
              <a:rPr dirty="0" sz="1000" spc="35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35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-125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81270" y="7335139"/>
            <a:ext cx="20040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000" spc="-345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240" b="1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65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000" spc="-360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-450" b="1">
                <a:solidFill>
                  <a:srgbClr val="161717"/>
                </a:solidFill>
                <a:latin typeface="Calibri"/>
                <a:cs typeface="Calibri"/>
              </a:rPr>
              <a:t>ف</a:t>
            </a:r>
            <a:r>
              <a:rPr dirty="0" sz="1000" spc="-360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-375" b="1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4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-55" b="1">
                <a:solidFill>
                  <a:srgbClr val="161717"/>
                </a:solidFill>
                <a:latin typeface="Calibri"/>
                <a:cs typeface="Calibri"/>
              </a:rPr>
              <a:t>ژ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375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250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-445" b="1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000" spc="-555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85" b="1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baseline="27777" sz="1500" spc="7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baseline="27777" sz="15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245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ج</a:t>
            </a:r>
            <a:r>
              <a:rPr dirty="0" sz="1000" spc="-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10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-450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-37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-42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3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570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endParaRPr sz="1000">
              <a:latin typeface="Calibri"/>
              <a:cs typeface="Calibri"/>
            </a:endParaRPr>
          </a:p>
          <a:p>
            <a:pPr marL="906780">
              <a:lnSpc>
                <a:spcPct val="100000"/>
              </a:lnSpc>
            </a:pP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!</a:t>
            </a:r>
            <a:r>
              <a:rPr dirty="0" sz="1000" spc="-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0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-190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700" b="1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000" spc="-6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ود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4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000" spc="-150" b="1">
                <a:solidFill>
                  <a:srgbClr val="161717"/>
                </a:solidFill>
                <a:latin typeface="Calibri"/>
                <a:cs typeface="Calibri"/>
              </a:rPr>
              <a:t>غ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0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-555" b="1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000" spc="-6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000" spc="-95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-100" b="1">
                <a:solidFill>
                  <a:srgbClr val="161717"/>
                </a:solidFill>
                <a:latin typeface="Calibri"/>
                <a:cs typeface="Calibri"/>
              </a:rPr>
              <a:t>ج</a:t>
            </a:r>
            <a:r>
              <a:rPr dirty="0" sz="1000" spc="-35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185" y="3553516"/>
            <a:ext cx="1811654" cy="13959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5240" y="5273040"/>
            <a:ext cx="1945132" cy="146938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4576" y="840739"/>
            <a:ext cx="2710636" cy="108775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2248" y="2383297"/>
            <a:ext cx="2779226" cy="113933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9615" y="7179944"/>
            <a:ext cx="1741806" cy="149733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23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9136" y="819657"/>
            <a:ext cx="3001645" cy="57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778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10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-520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21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415">
                <a:solidFill>
                  <a:srgbClr val="161717"/>
                </a:solidFill>
                <a:latin typeface="Calibri"/>
                <a:cs typeface="Calibri"/>
              </a:rPr>
              <a:t>ث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Calibri"/>
              <a:cs typeface="Calibri"/>
            </a:endParaRPr>
          </a:p>
          <a:p>
            <a:pPr algn="r" marR="48260">
              <a:lnSpc>
                <a:spcPct val="100000"/>
              </a:lnSpc>
            </a:pP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32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-495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200" spc="-475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200" spc="-40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25">
                <a:solidFill>
                  <a:srgbClr val="161717"/>
                </a:solidFill>
                <a:latin typeface="Calibri"/>
                <a:cs typeface="Calibri"/>
              </a:rPr>
              <a:t>ز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-1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4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-4629" sz="1800" spc="-4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-4629" sz="1800" spc="-15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3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-63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-10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34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-4629" sz="1800" spc="-40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baseline="-4629" sz="1800" spc="-157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خ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1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55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 spc="5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200" spc="100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6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200" spc="-265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r>
              <a:rPr dirty="0" sz="1200" spc="-520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200" spc="-370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9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45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200" spc="-680">
                <a:solidFill>
                  <a:srgbClr val="161717"/>
                </a:solidFill>
                <a:latin typeface="Calibri"/>
                <a:cs typeface="Calibri"/>
              </a:rPr>
              <a:t>ث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1717"/>
                </a:solidFill>
                <a:latin typeface="Calibri"/>
                <a:cs typeface="Calibri"/>
              </a:rPr>
              <a:t>1</a:t>
            </a:r>
            <a:r>
              <a:rPr dirty="0" sz="1200" spc="10">
                <a:solidFill>
                  <a:srgbClr val="161717"/>
                </a:solidFill>
                <a:latin typeface="Calibri"/>
                <a:cs typeface="Calibri"/>
              </a:rPr>
              <a:t>0</a:t>
            </a:r>
            <a:r>
              <a:rPr dirty="0" sz="1200">
                <a:solidFill>
                  <a:srgbClr val="161717"/>
                </a:solidFill>
                <a:latin typeface="Calibri"/>
                <a:cs typeface="Calibri"/>
              </a:rPr>
              <a:t>0</a:t>
            </a:r>
            <a:r>
              <a:rPr dirty="0" sz="1200" spc="-65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200" spc="55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200" spc="-670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9852" y="3222116"/>
            <a:ext cx="2491105" cy="3346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611505" marR="30480" indent="-573405">
              <a:lnSpc>
                <a:spcPct val="102000"/>
              </a:lnSpc>
              <a:spcBef>
                <a:spcPts val="85"/>
              </a:spcBef>
            </a:pP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رود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5" b="1">
                <a:solidFill>
                  <a:srgbClr val="161717"/>
                </a:solidFill>
                <a:latin typeface="Calibri"/>
                <a:cs typeface="Calibri"/>
              </a:rPr>
              <a:t>هار</a:t>
            </a:r>
            <a:r>
              <a:rPr dirty="0" sz="1000" spc="-1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زا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85" b="1">
                <a:solidFill>
                  <a:srgbClr val="161717"/>
                </a:solidFill>
                <a:latin typeface="Calibri"/>
                <a:cs typeface="Calibri"/>
              </a:rPr>
              <a:t>لت</a:t>
            </a:r>
            <a:r>
              <a:rPr dirty="0" baseline="27777" sz="1500" spc="-427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7777" sz="1500" spc="-82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55" b="1">
                <a:solidFill>
                  <a:srgbClr val="161717"/>
                </a:solidFill>
                <a:latin typeface="Calibri"/>
                <a:cs typeface="Calibri"/>
              </a:rPr>
              <a:t>نک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05" b="1">
                <a:solidFill>
                  <a:srgbClr val="161717"/>
                </a:solidFill>
                <a:latin typeface="Calibri"/>
                <a:cs typeface="Calibri"/>
              </a:rPr>
              <a:t>تومیر</a:t>
            </a:r>
            <a:r>
              <a:rPr dirty="0" sz="1000" spc="-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60" b="1">
                <a:solidFill>
                  <a:srgbClr val="161717"/>
                </a:solidFill>
                <a:latin typeface="Calibri"/>
                <a:cs typeface="Calibri"/>
              </a:rPr>
              <a:t>متسیس</a:t>
            </a:r>
            <a:r>
              <a:rPr dirty="0" sz="1000" spc="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65" b="1">
                <a:solidFill>
                  <a:srgbClr val="161717"/>
                </a:solidFill>
                <a:latin typeface="Calibri"/>
                <a:cs typeface="Calibri"/>
              </a:rPr>
              <a:t>بصن</a:t>
            </a:r>
            <a:r>
              <a:rPr dirty="0" sz="1000" spc="-13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29" b="1">
                <a:solidFill>
                  <a:srgbClr val="161717"/>
                </a:solidFill>
                <a:latin typeface="Calibri"/>
                <a:cs typeface="Calibri"/>
              </a:rPr>
              <a:t>تیلباق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(option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 ) </a:t>
            </a:r>
            <a:r>
              <a:rPr dirty="0" sz="1000" spc="-21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59" b="1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000" spc="-365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-360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spc="-345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290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27777" sz="1500" spc="-644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7777" sz="1500" spc="-89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465" b="1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000" spc="-325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3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spc="-555" b="1">
                <a:solidFill>
                  <a:srgbClr val="161717"/>
                </a:solidFill>
                <a:latin typeface="Calibri"/>
                <a:cs typeface="Calibri"/>
              </a:rPr>
              <a:t>ب</a:t>
            </a:r>
            <a:r>
              <a:rPr dirty="0" sz="1000" spc="-8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-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135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000" spc="-290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baseline="27777" sz="1500" spc="-644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baseline="27777" sz="1500" spc="-89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275" b="1">
                <a:solidFill>
                  <a:srgbClr val="161717"/>
                </a:solidFill>
                <a:latin typeface="Calibri"/>
                <a:cs typeface="Calibri"/>
              </a:rPr>
              <a:t>ن</a:t>
            </a:r>
            <a:r>
              <a:rPr dirty="0" sz="1000" spc="-434" b="1">
                <a:solidFill>
                  <a:srgbClr val="161717"/>
                </a:solidFill>
                <a:latin typeface="Calibri"/>
                <a:cs typeface="Calibri"/>
              </a:rPr>
              <a:t>ک</a:t>
            </a:r>
            <a:r>
              <a:rPr dirty="0" sz="1000" spc="-9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000" spc="20" b="1">
                <a:solidFill>
                  <a:srgbClr val="161717"/>
                </a:solidFill>
                <a:latin typeface="Calibri"/>
                <a:cs typeface="Calibri"/>
              </a:rPr>
              <a:t>و</a:t>
            </a:r>
            <a:r>
              <a:rPr dirty="0" sz="1000" spc="25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spc="-530" b="1">
                <a:solidFill>
                  <a:srgbClr val="161717"/>
                </a:solidFill>
                <a:latin typeface="Calibri"/>
                <a:cs typeface="Calibri"/>
              </a:rPr>
              <a:t>ی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ر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-345" b="1">
                <a:solidFill>
                  <a:srgbClr val="161717"/>
                </a:solidFill>
                <a:latin typeface="Calibri"/>
                <a:cs typeface="Calibri"/>
              </a:rPr>
              <a:t>ه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540" b="1">
                <a:solidFill>
                  <a:srgbClr val="161717"/>
                </a:solidFill>
                <a:latin typeface="Calibri"/>
                <a:cs typeface="Calibri"/>
              </a:rPr>
              <a:t>گ</a:t>
            </a:r>
            <a:r>
              <a:rPr dirty="0" sz="1000" spc="-505" b="1">
                <a:solidFill>
                  <a:srgbClr val="161717"/>
                </a:solidFill>
                <a:latin typeface="Calibri"/>
                <a:cs typeface="Calibri"/>
              </a:rPr>
              <a:t>ت</a:t>
            </a:r>
            <a:r>
              <a:rPr dirty="0" sz="1000" spc="-260" b="1">
                <a:solidFill>
                  <a:srgbClr val="161717"/>
                </a:solidFill>
                <a:latin typeface="Calibri"/>
                <a:cs typeface="Calibri"/>
              </a:rPr>
              <a:t>س</a:t>
            </a:r>
            <a:r>
              <a:rPr dirty="0" sz="1000" b="1">
                <a:solidFill>
                  <a:srgbClr val="161717"/>
                </a:solidFill>
                <a:latin typeface="Calibri"/>
                <a:cs typeface="Calibri"/>
              </a:rPr>
              <a:t>د</a:t>
            </a:r>
            <a:r>
              <a:rPr dirty="0" sz="1000" spc="5" b="1">
                <a:solidFill>
                  <a:srgbClr val="161717"/>
                </a:solidFill>
                <a:latin typeface="Calibri"/>
                <a:cs typeface="Calibri"/>
              </a:rPr>
              <a:t> </a:t>
            </a:r>
            <a:r>
              <a:rPr dirty="0" sz="1000" spc="10" b="1">
                <a:solidFill>
                  <a:srgbClr val="161717"/>
                </a:solidFill>
                <a:latin typeface="Calibri"/>
                <a:cs typeface="Calibri"/>
              </a:rPr>
              <a:t>ل</a:t>
            </a:r>
            <a:r>
              <a:rPr dirty="0" sz="1000" spc="-50" b="1">
                <a:solidFill>
                  <a:srgbClr val="161717"/>
                </a:solidFill>
                <a:latin typeface="Calibri"/>
                <a:cs typeface="Calibri"/>
              </a:rPr>
              <a:t>م</a:t>
            </a:r>
            <a:r>
              <a:rPr dirty="0" sz="1000" spc="45" b="1">
                <a:solidFill>
                  <a:srgbClr val="161717"/>
                </a:solidFill>
                <a:latin typeface="Calibri"/>
                <a:cs typeface="Calibri"/>
              </a:rPr>
              <a:t>ا</a:t>
            </a:r>
            <a:r>
              <a:rPr dirty="0" sz="1000" spc="-254" b="1">
                <a:solidFill>
                  <a:srgbClr val="161717"/>
                </a:solidFill>
                <a:latin typeface="Calibri"/>
                <a:cs typeface="Calibri"/>
              </a:rPr>
              <a:t>ش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6379" y="836930"/>
            <a:ext cx="1704975" cy="18764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2204" y="3085464"/>
            <a:ext cx="2097785" cy="94234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24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086" y="1040683"/>
            <a:ext cx="6520180" cy="852043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algn="ctr" marL="17780">
              <a:lnSpc>
                <a:spcPct val="100000"/>
              </a:lnSpc>
              <a:spcBef>
                <a:spcPts val="1180"/>
              </a:spcBef>
            </a:pPr>
            <a:r>
              <a:rPr dirty="0" u="heavy" sz="2000" spc="-11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دنم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ب</a:t>
            </a:r>
            <a:r>
              <a:rPr dirty="0" u="heavy" sz="2000" spc="-3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اختن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4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20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رایعم</a:t>
            </a:r>
            <a:endParaRPr sz="2000">
              <a:latin typeface="Calibri"/>
              <a:cs typeface="Calibri"/>
            </a:endParaRPr>
          </a:p>
          <a:p>
            <a:pPr algn="ctr" marL="1818639">
              <a:lnSpc>
                <a:spcPct val="100000"/>
              </a:lnSpc>
              <a:spcBef>
                <a:spcPts val="840"/>
              </a:spcBef>
            </a:pPr>
            <a:r>
              <a:rPr dirty="0" baseline="3703" sz="2250" spc="-22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هلمج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،دنراد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نس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تبسن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یدایز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یایازم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ctr" marR="85725">
              <a:lnSpc>
                <a:spcPct val="100000"/>
              </a:lnSpc>
              <a:spcBef>
                <a:spcPts val="434"/>
              </a:spcBef>
            </a:pP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،تشگنا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هتفش</a:t>
            </a:r>
            <a:r>
              <a:rPr dirty="0" baseline="18518" sz="2250" spc="-10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15">
                <a:solidFill>
                  <a:srgbClr val="1F1F1F"/>
                </a:solidFill>
                <a:latin typeface="Calibri"/>
                <a:cs typeface="Calibri"/>
              </a:rPr>
              <a:t>یپ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یروانف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2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رتلااب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R="85090">
              <a:lnSpc>
                <a:spcPct val="100000"/>
              </a:lnSpc>
              <a:spcBef>
                <a:spcPts val="455"/>
              </a:spcBef>
            </a:pP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لباق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نات</a:t>
            </a:r>
            <a:r>
              <a:rPr dirty="0" baseline="18518" sz="2250" spc="-3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23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راکلحم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زمر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endParaRPr sz="1500">
              <a:latin typeface="Calibri"/>
              <a:cs typeface="Calibri"/>
            </a:endParaRPr>
          </a:p>
          <a:p>
            <a:pPr algn="r" marR="53911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459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هی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وت</a:t>
            </a:r>
            <a:endParaRPr sz="1500">
              <a:latin typeface="Calibri"/>
              <a:cs typeface="Calibri"/>
            </a:endParaRPr>
          </a:p>
          <a:p>
            <a:pPr marL="190500">
              <a:lnSpc>
                <a:spcPct val="100000"/>
              </a:lnSpc>
              <a:spcBef>
                <a:spcPts val="459"/>
              </a:spcBef>
            </a:pP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نیاربانب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،دنرب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دیلکزا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زاین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50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50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3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5">
                <a:solidFill>
                  <a:srgbClr val="1F1F1F"/>
                </a:solidFill>
                <a:latin typeface="Calibri"/>
                <a:cs typeface="Calibri"/>
              </a:rPr>
              <a:t>شیب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حار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13919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41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دینکزاب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5">
                <a:solidFill>
                  <a:srgbClr val="1F1F1F"/>
                </a:solidFill>
                <a:latin typeface="Calibri"/>
                <a:cs typeface="Calibri"/>
              </a:rPr>
              <a:t>کیت</a:t>
            </a:r>
            <a:r>
              <a:rPr dirty="0" baseline="24074" sz="2250" spc="-6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مویب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شور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ریاس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،هارمه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endParaRPr sz="15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  <a:spcBef>
                <a:spcPts val="455"/>
              </a:spcBef>
            </a:pP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ریاس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ناوت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9">
                <a:solidFill>
                  <a:srgbClr val="1F1F1F"/>
                </a:solidFill>
                <a:latin typeface="Calibri"/>
                <a:cs typeface="Calibri"/>
              </a:rPr>
              <a:t>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تیلباق</a:t>
            </a:r>
            <a:r>
              <a:rPr dirty="0" sz="1500" spc="10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44780">
              <a:lnSpc>
                <a:spcPct val="100000"/>
              </a:lnSpc>
              <a:spcBef>
                <a:spcPts val="459"/>
              </a:spcBef>
            </a:pP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9">
                <a:solidFill>
                  <a:srgbClr val="1F1F1F"/>
                </a:solidFill>
                <a:latin typeface="Calibri"/>
                <a:cs typeface="Calibri"/>
              </a:rPr>
              <a:t>نک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نانامهم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1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درک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نکدنمشوه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endParaRPr sz="1500">
              <a:latin typeface="Calibri"/>
              <a:cs typeface="Calibri"/>
            </a:endParaRPr>
          </a:p>
          <a:p>
            <a:pPr marL="266382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3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دشاب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دیفم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راکلحم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endParaRPr sz="1500">
              <a:latin typeface="Calibri"/>
              <a:cs typeface="Calibri"/>
            </a:endParaRPr>
          </a:p>
          <a:p>
            <a:pPr marL="370205">
              <a:lnSpc>
                <a:spcPct val="100000"/>
              </a:lnSpc>
              <a:spcBef>
                <a:spcPts val="434"/>
              </a:spcBef>
            </a:pP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نس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تبسن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5">
                <a:solidFill>
                  <a:srgbClr val="1F1F1F"/>
                </a:solidFill>
                <a:latin typeface="Calibri"/>
                <a:cs typeface="Calibri"/>
              </a:rPr>
              <a:t>شیب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هنیزه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59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5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endParaRPr sz="1500">
              <a:latin typeface="Calibri"/>
              <a:cs typeface="Calibri"/>
            </a:endParaRPr>
          </a:p>
          <a:p>
            <a:pPr marL="34226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9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مم</a:t>
            </a:r>
            <a:endParaRPr sz="1500">
              <a:latin typeface="Calibri"/>
              <a:cs typeface="Calibri"/>
            </a:endParaRPr>
          </a:p>
          <a:p>
            <a:pPr algn="r" marR="8318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2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هدش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هدروآ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دیت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40">
                <a:solidFill>
                  <a:srgbClr val="1F1F1F"/>
                </a:solidFill>
                <a:latin typeface="Calibri"/>
                <a:cs typeface="Calibri"/>
              </a:rPr>
              <a:t>گب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رظن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باختنا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ماگنه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میهم 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یاهرایعم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اجنیا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endParaRPr sz="1500">
              <a:latin typeface="Calibri"/>
              <a:cs typeface="Calibri"/>
            </a:endParaRPr>
          </a:p>
          <a:p>
            <a:pPr algn="r" marR="8191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دنراد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صاخ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بیاعم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ایازم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مادکره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دراد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دوجو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4074" sz="2250" spc="-25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لتخم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عاونا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6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endParaRPr sz="150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5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دنترابع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عاونا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نیرت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بوبحم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endParaRPr sz="150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455"/>
              </a:spcBef>
            </a:pP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0">
                <a:solidFill>
                  <a:srgbClr val="1F1F1F"/>
                </a:solidFill>
                <a:latin typeface="Calibri"/>
                <a:cs typeface="Calibri"/>
              </a:rPr>
              <a:t>هتسب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یددع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دککی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8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یدک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541020" marR="539750" indent="-311150">
              <a:lnSpc>
                <a:spcPct val="125299"/>
              </a:lnSpc>
              <a:spcBef>
                <a:spcPts val="5"/>
              </a:spcBef>
            </a:pP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یدک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داد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یغت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هاوخلد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ناوت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میقر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8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4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39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ومعم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اهدک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5">
                <a:solidFill>
                  <a:srgbClr val="1F1F1F"/>
                </a:solidFill>
                <a:latin typeface="Calibri"/>
                <a:cs typeface="Calibri"/>
              </a:rPr>
              <a:t>هنیزگ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نیرت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ناسآ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بصن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نازرا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baseline="37037" sz="2250" spc="-89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7037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90">
                <a:solidFill>
                  <a:srgbClr val="1F1F1F"/>
                </a:solidFill>
                <a:latin typeface="Calibri"/>
                <a:cs typeface="Calibri"/>
              </a:rPr>
              <a:t>تبسن</a:t>
            </a:r>
            <a:endParaRPr sz="1500">
              <a:latin typeface="Calibri"/>
              <a:cs typeface="Calibri"/>
            </a:endParaRPr>
          </a:p>
          <a:p>
            <a:pPr algn="r" marR="539115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24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دنوش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که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رگید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دارفا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طسوت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اهدک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،دنشابن</a:t>
            </a:r>
            <a:endParaRPr sz="1500">
              <a:latin typeface="Calibri"/>
              <a:cs typeface="Calibri"/>
            </a:endParaRPr>
          </a:p>
          <a:p>
            <a:pPr marL="129539">
              <a:lnSpc>
                <a:spcPct val="100000"/>
              </a:lnSpc>
              <a:spcBef>
                <a:spcPts val="459"/>
              </a:spcBef>
            </a:pP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0">
                <a:solidFill>
                  <a:srgbClr val="1F1F1F"/>
                </a:solidFill>
                <a:latin typeface="Calibri"/>
                <a:cs typeface="Calibri"/>
              </a:rPr>
              <a:t>هتسب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RFID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6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46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راک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96850" marR="539750" indent="60960">
              <a:lnSpc>
                <a:spcPct val="125299"/>
              </a:lnSpc>
            </a:pP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رارقرب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طابترا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کچوکهشارت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یواح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39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ومعم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9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4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دنوش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که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اهدکزا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رتراوشد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،دنتسه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یدک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endParaRPr sz="1500">
              <a:latin typeface="Calibri"/>
              <a:cs typeface="Calibri"/>
            </a:endParaRPr>
          </a:p>
          <a:p>
            <a:pPr algn="ctr" marL="1791335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یدک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نارگ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میک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endParaRPr sz="150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  <a:spcBef>
                <a:spcPts val="459"/>
              </a:spcBef>
            </a:pP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0">
                <a:solidFill>
                  <a:srgbClr val="1F1F1F"/>
                </a:solidFill>
                <a:latin typeface="Calibri"/>
                <a:cs typeface="Calibri"/>
              </a:rPr>
              <a:t>هتسب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ربراک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L="483234" marR="539750" indent="-226060">
              <a:lnSpc>
                <a:spcPct val="125299"/>
              </a:lnSpc>
            </a:pP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baseline="37037" sz="2250" spc="-89">
                <a:solidFill>
                  <a:srgbClr val="1F1F1F"/>
                </a:solidFill>
                <a:latin typeface="Calibri"/>
                <a:cs typeface="Calibri"/>
              </a:rPr>
              <a:t>ً </a:t>
            </a:r>
            <a:r>
              <a:rPr dirty="0" sz="1500" spc="-585">
                <a:solidFill>
                  <a:srgbClr val="1F1F1F"/>
                </a:solidFill>
                <a:latin typeface="Calibri"/>
                <a:cs typeface="Calibri"/>
              </a:rPr>
              <a:t>تبسن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نیاربانب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درف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صرحنم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رثا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3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دیرادن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دکندرک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دراو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لمح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یزاین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،دنتسه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تحار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endParaRPr sz="1500">
              <a:latin typeface="Calibri"/>
              <a:cs typeface="Calibri"/>
            </a:endParaRPr>
          </a:p>
          <a:p>
            <a:pPr algn="r" marR="539115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رگ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مم</a:t>
            </a:r>
            <a:endParaRPr sz="1500">
              <a:latin typeface="Calibri"/>
              <a:cs typeface="Calibri"/>
            </a:endParaRPr>
          </a:p>
          <a:p>
            <a:pPr marL="281940">
              <a:lnSpc>
                <a:spcPct val="100000"/>
              </a:lnSpc>
              <a:spcBef>
                <a:spcPts val="455"/>
              </a:spcBef>
            </a:pP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0">
                <a:solidFill>
                  <a:srgbClr val="1F1F1F"/>
                </a:solidFill>
                <a:latin typeface="Calibri"/>
                <a:cs typeface="Calibri"/>
              </a:rPr>
              <a:t>هتسب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ربراک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8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29539">
              <a:lnSpc>
                <a:spcPct val="100000"/>
              </a:lnSpc>
              <a:spcBef>
                <a:spcPts val="459"/>
              </a:spcBef>
            </a:pP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نآ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مین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دشاب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برد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25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7224" y="809294"/>
            <a:ext cx="6341745" cy="497205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205740">
              <a:lnSpc>
                <a:spcPct val="100000"/>
              </a:lnSpc>
              <a:spcBef>
                <a:spcPts val="550"/>
              </a:spcBef>
            </a:pP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لمح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یزاین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،دنتسه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تحار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1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درک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لیعج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سکع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حار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endParaRPr sz="1500">
              <a:latin typeface="Calibri"/>
              <a:cs typeface="Calibri"/>
            </a:endParaRPr>
          </a:p>
          <a:p>
            <a:pPr marL="14795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نیرت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نارگ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اهنآ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4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دیرادن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دکندرک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دراو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تراک</a:t>
            </a:r>
            <a:endParaRPr sz="1500">
              <a:latin typeface="Calibri"/>
              <a:cs typeface="Calibri"/>
            </a:endParaRPr>
          </a:p>
          <a:p>
            <a:pPr marL="269875">
              <a:lnSpc>
                <a:spcPct val="100000"/>
              </a:lnSpc>
              <a:spcBef>
                <a:spcPts val="455"/>
              </a:spcBef>
            </a:pP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اضا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1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10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endParaRPr sz="1500">
              <a:latin typeface="Calibri"/>
              <a:cs typeface="Calibri"/>
            </a:endParaRPr>
          </a:p>
          <a:p>
            <a:pPr algn="r" marR="4508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دنهد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شیازفا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رادروخرب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endParaRPr sz="1500">
              <a:latin typeface="Calibri"/>
              <a:cs typeface="Calibri"/>
            </a:endParaRPr>
          </a:p>
          <a:p>
            <a:pPr algn="r" marR="46355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صیاخ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طقف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رگید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یراگزاس</a:t>
            </a:r>
            <a:endParaRPr sz="1500">
              <a:latin typeface="Calibri"/>
              <a:cs typeface="Calibri"/>
            </a:endParaRPr>
          </a:p>
          <a:p>
            <a:pPr algn="r" marR="4318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2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دیوش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6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مطم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،دیرخ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لبق</a:t>
            </a:r>
            <a:endParaRPr sz="15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تمیق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ناموت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نویلیم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دنچ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ناموت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رازه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دص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دنچ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هنیزه</a:t>
            </a:r>
            <a:endParaRPr sz="1500">
              <a:latin typeface="Calibri"/>
              <a:cs typeface="Calibri"/>
            </a:endParaRPr>
          </a:p>
          <a:p>
            <a:pPr algn="r" marL="169545" marR="43180" indent="3518535">
              <a:lnSpc>
                <a:spcPct val="124000"/>
              </a:lnSpc>
              <a:spcBef>
                <a:spcPts val="25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8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رظن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0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،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ق 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یرتاب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رمع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دیوش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69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مطم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،دیرخ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لبق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راک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یرتاب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4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ومعم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3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یرتاب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رمع</a:t>
            </a:r>
            <a:endParaRPr sz="1500">
              <a:latin typeface="Calibri"/>
              <a:cs typeface="Calibri"/>
            </a:endParaRPr>
          </a:p>
          <a:p>
            <a:pPr algn="r" marL="50800" marR="43180" indent="4197985">
              <a:lnSpc>
                <a:spcPts val="2260"/>
              </a:lnSpc>
              <a:spcBef>
                <a:spcPts val="145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-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730">
                <a:solidFill>
                  <a:srgbClr val="1F1F1F"/>
                </a:solidFill>
                <a:latin typeface="Calibri"/>
                <a:cs typeface="Calibri"/>
              </a:rPr>
              <a:t>فق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دیوش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68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مطم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،دیرخ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لبق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دنراد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ضصخت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بصن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زاین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7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بصن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65">
                <a:solidFill>
                  <a:srgbClr val="1F1F1F"/>
                </a:solidFill>
                <a:latin typeface="Calibri"/>
                <a:cs typeface="Calibri"/>
              </a:rPr>
              <a:t>تیلباق</a:t>
            </a:r>
            <a:endParaRPr sz="1500">
              <a:latin typeface="Calibri"/>
              <a:cs typeface="Calibri"/>
            </a:endParaRPr>
          </a:p>
          <a:p>
            <a:pPr algn="r" marL="156845" marR="44450" indent="1676400">
              <a:lnSpc>
                <a:spcPts val="2230"/>
              </a:lnSpc>
              <a:spcBef>
                <a:spcPts val="20"/>
              </a:spcBef>
            </a:pPr>
            <a:r>
              <a:rPr dirty="0" baseline="3703" sz="2250" spc="-4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دیت</a:t>
            </a:r>
            <a:r>
              <a:rPr dirty="0" baseline="-5555" sz="2250" spc="-4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4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40">
                <a:solidFill>
                  <a:srgbClr val="1F1F1F"/>
                </a:solidFill>
                <a:latin typeface="Calibri"/>
                <a:cs typeface="Calibri"/>
              </a:rPr>
              <a:t>گب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کمک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صصختم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بصن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ناتدوخ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ناراگ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دیوش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7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مطم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،دیرخ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لبق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ناراگ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39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ومعم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419">
                <a:solidFill>
                  <a:srgbClr val="1F1F1F"/>
                </a:solidFill>
                <a:latin typeface="Calibri"/>
                <a:cs typeface="Calibri"/>
              </a:rPr>
              <a:t>: </a:t>
            </a:r>
            <a:r>
              <a:rPr dirty="0" baseline="18518" sz="2250" spc="-4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ناراگ</a:t>
            </a:r>
            <a:endParaRPr sz="1500">
              <a:latin typeface="Calibri"/>
              <a:cs typeface="Calibri"/>
            </a:endParaRPr>
          </a:p>
          <a:p>
            <a:pPr algn="r" marL="80645" marR="43815" indent="4567555">
              <a:lnSpc>
                <a:spcPts val="2260"/>
              </a:lnSpc>
              <a:spcBef>
                <a:spcPts val="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چ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ش 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هدروآرب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هجدوب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اهزاین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دینکباختنا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یدنمشوه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اهرایعم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28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فرگرظن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65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endParaRPr sz="1500">
              <a:latin typeface="Calibri"/>
              <a:cs typeface="Calibri"/>
            </a:endParaRPr>
          </a:p>
          <a:p>
            <a:pPr algn="r" marR="43180">
              <a:lnSpc>
                <a:spcPct val="100000"/>
              </a:lnSpc>
              <a:spcBef>
                <a:spcPts val="300"/>
              </a:spcBef>
            </a:pP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Calibri"/>
              <a:cs typeface="Calibri"/>
            </a:endParaRPr>
          </a:p>
          <a:p>
            <a:pPr algn="r" marR="4826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26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34229" y="810514"/>
            <a:ext cx="24199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2400" spc="-30">
                <a:solidFill>
                  <a:srgbClr val="5F5DBE"/>
                </a:solidFill>
              </a:rPr>
              <a:t>ر</a:t>
            </a:r>
            <a:r>
              <a:rPr dirty="0" u="none" sz="2400" spc="-310">
                <a:solidFill>
                  <a:srgbClr val="5F5DBE"/>
                </a:solidFill>
              </a:rPr>
              <a:t>ا</a:t>
            </a:r>
            <a:r>
              <a:rPr dirty="0" u="none" sz="2400" spc="-5">
                <a:solidFill>
                  <a:srgbClr val="5F5DBE"/>
                </a:solidFill>
              </a:rPr>
              <a:t>ز</a:t>
            </a:r>
            <a:r>
              <a:rPr dirty="0" u="none" sz="2400" spc="70">
                <a:solidFill>
                  <a:srgbClr val="5F5DBE"/>
                </a:solidFill>
              </a:rPr>
              <a:t>ا</a:t>
            </a:r>
            <a:r>
              <a:rPr dirty="0" u="none" sz="2400" spc="-1330">
                <a:solidFill>
                  <a:srgbClr val="5F5DBE"/>
                </a:solidFill>
              </a:rPr>
              <a:t>ب</a:t>
            </a:r>
            <a:r>
              <a:rPr dirty="0" u="none" sz="2400" spc="-165">
                <a:solidFill>
                  <a:srgbClr val="5F5DBE"/>
                </a:solidFill>
              </a:rPr>
              <a:t> </a:t>
            </a:r>
            <a:r>
              <a:rPr dirty="0" u="none" sz="2400" spc="-5">
                <a:solidFill>
                  <a:srgbClr val="5F5DBE"/>
                </a:solidFill>
              </a:rPr>
              <a:t>ر</a:t>
            </a:r>
            <a:r>
              <a:rPr dirty="0" u="none" sz="2400">
                <a:solidFill>
                  <a:srgbClr val="5F5DBE"/>
                </a:solidFill>
              </a:rPr>
              <a:t>د</a:t>
            </a:r>
            <a:r>
              <a:rPr dirty="0" u="none" sz="2400" spc="-180">
                <a:solidFill>
                  <a:srgbClr val="5F5DBE"/>
                </a:solidFill>
              </a:rPr>
              <a:t> </a:t>
            </a:r>
            <a:r>
              <a:rPr dirty="0" u="none" sz="2400" spc="90">
                <a:solidFill>
                  <a:srgbClr val="5F5DBE"/>
                </a:solidFill>
              </a:rPr>
              <a:t>ر</a:t>
            </a:r>
            <a:r>
              <a:rPr dirty="0" u="none" sz="2400" spc="-1650">
                <a:solidFill>
                  <a:srgbClr val="5F5DBE"/>
                </a:solidFill>
              </a:rPr>
              <a:t>ت</a:t>
            </a:r>
            <a:r>
              <a:rPr dirty="0" u="none" sz="2400" spc="90">
                <a:solidFill>
                  <a:srgbClr val="5F5DBE"/>
                </a:solidFill>
              </a:rPr>
              <a:t>ر</a:t>
            </a:r>
            <a:r>
              <a:rPr dirty="0" u="none" sz="2400" spc="-1330">
                <a:solidFill>
                  <a:srgbClr val="5F5DBE"/>
                </a:solidFill>
              </a:rPr>
              <a:t>ب</a:t>
            </a:r>
            <a:r>
              <a:rPr dirty="0" u="none" sz="2400" spc="5">
                <a:solidFill>
                  <a:srgbClr val="5F5DBE"/>
                </a:solidFill>
              </a:rPr>
              <a:t> </a:t>
            </a:r>
            <a:r>
              <a:rPr dirty="0" u="none" sz="2400" spc="-35">
                <a:solidFill>
                  <a:srgbClr val="5F5DBE"/>
                </a:solidFill>
              </a:rPr>
              <a:t>ت</a:t>
            </a:r>
            <a:r>
              <a:rPr dirty="0" u="none" sz="2400" spc="-310">
                <a:solidFill>
                  <a:srgbClr val="5F5DBE"/>
                </a:solidFill>
              </a:rPr>
              <a:t>ل</a:t>
            </a:r>
            <a:r>
              <a:rPr dirty="0" u="none" sz="2400" spc="-200">
                <a:solidFill>
                  <a:srgbClr val="5F5DBE"/>
                </a:solidFill>
              </a:rPr>
              <a:t>ا</a:t>
            </a:r>
            <a:r>
              <a:rPr dirty="0" u="none" sz="2400" spc="110">
                <a:solidFill>
                  <a:srgbClr val="5F5DBE"/>
                </a:solidFill>
              </a:rPr>
              <a:t>و</a:t>
            </a:r>
            <a:r>
              <a:rPr dirty="0" u="none" sz="2400" spc="-625">
                <a:solidFill>
                  <a:srgbClr val="5F5DBE"/>
                </a:solidFill>
              </a:rPr>
              <a:t>ص</a:t>
            </a:r>
            <a:r>
              <a:rPr dirty="0" u="none" sz="2400" spc="125">
                <a:solidFill>
                  <a:srgbClr val="5F5DBE"/>
                </a:solidFill>
              </a:rPr>
              <a:t>ح</a:t>
            </a:r>
            <a:r>
              <a:rPr dirty="0" u="none" sz="2400" spc="-95">
                <a:solidFill>
                  <a:srgbClr val="5F5DBE"/>
                </a:solidFill>
              </a:rPr>
              <a:t>م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594664" y="1364411"/>
            <a:ext cx="6605905" cy="802576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r" marR="146685">
              <a:lnSpc>
                <a:spcPct val="100000"/>
              </a:lnSpc>
              <a:spcBef>
                <a:spcPts val="530"/>
              </a:spcBef>
            </a:pP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رازاب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لااب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زایتما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شورفرپ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لدم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6</a:t>
            </a:r>
            <a:endParaRPr sz="1500">
              <a:latin typeface="Calibri"/>
              <a:cs typeface="Calibri"/>
            </a:endParaRPr>
          </a:p>
          <a:p>
            <a:pPr algn="r" marR="146685">
              <a:lnSpc>
                <a:spcPct val="100000"/>
              </a:lnSpc>
              <a:spcBef>
                <a:spcPts val="430"/>
              </a:spcBef>
            </a:pP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،عون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رظن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2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میزادرپ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رازاب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لااب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زایتما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شورفرپ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لدم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6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سیررب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همادا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endParaRPr sz="1500">
              <a:latin typeface="Calibri"/>
              <a:cs typeface="Calibri"/>
            </a:endParaRPr>
          </a:p>
          <a:p>
            <a:pPr algn="r" marL="3493770" marR="145415" indent="-781050">
              <a:lnSpc>
                <a:spcPct val="125299"/>
              </a:lnSpc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96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رق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5">
                <a:solidFill>
                  <a:srgbClr val="1F1F1F"/>
                </a:solidFill>
                <a:latin typeface="Calibri"/>
                <a:cs typeface="Calibri"/>
              </a:rPr>
              <a:t>سی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06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،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14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ژ</a:t>
            </a:r>
            <a:r>
              <a:rPr dirty="0" sz="1500" spc="-72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SH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P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-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D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P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728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دم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53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1</a:t>
            </a:r>
            <a:endParaRPr sz="1500">
              <a:latin typeface="Calibri"/>
              <a:cs typeface="Calibri"/>
            </a:endParaRPr>
          </a:p>
          <a:p>
            <a:pPr algn="r" marL="520700" marR="144780" indent="-368935">
              <a:lnSpc>
                <a:spcPct val="124000"/>
              </a:lnSpc>
              <a:spcBef>
                <a:spcPts val="25"/>
              </a:spcBef>
            </a:pP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رازاب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نیرت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شورفرپ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گی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SHP-DP728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لدم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گنوسماس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یددعتم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یاراد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راکو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r" marR="146685">
              <a:lnSpc>
                <a:spcPct val="100000"/>
              </a:lnSpc>
              <a:spcBef>
                <a:spcPts val="459"/>
              </a:spcBef>
            </a:pP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قیرط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iOS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دیوردنا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،ی</a:t>
            </a:r>
            <a:r>
              <a:rPr dirty="0" baseline="16666" sz="2250" spc="-30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8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8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endParaRPr sz="1500">
              <a:latin typeface="Calibri"/>
              <a:cs typeface="Calibri"/>
            </a:endParaRPr>
          </a:p>
          <a:p>
            <a:pPr algn="r" marR="14478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5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رمه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endParaRPr sz="1500">
              <a:latin typeface="Calibri"/>
              <a:cs typeface="Calibri"/>
            </a:endParaRPr>
          </a:p>
          <a:p>
            <a:pPr algn="r" marR="14478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بث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algn="r" marR="374015">
              <a:lnSpc>
                <a:spcPct val="100000"/>
              </a:lnSpc>
              <a:spcBef>
                <a:spcPts val="430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74015">
              <a:lnSpc>
                <a:spcPct val="100000"/>
              </a:lnSpc>
              <a:spcBef>
                <a:spcPts val="455"/>
              </a:spcBef>
            </a:pP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i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O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2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576445">
              <a:lnSpc>
                <a:spcPct val="100000"/>
              </a:lnSpc>
              <a:spcBef>
                <a:spcPts val="459"/>
              </a:spcBef>
            </a:pP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77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575310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4074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algn="r" marR="374015">
              <a:lnSpc>
                <a:spcPct val="100000"/>
              </a:lnSpc>
              <a:spcBef>
                <a:spcPts val="430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74015">
              <a:lnSpc>
                <a:spcPct val="100000"/>
              </a:lnSpc>
              <a:spcBef>
                <a:spcPts val="459"/>
              </a:spcBef>
            </a:pPr>
            <a:r>
              <a:rPr dirty="0" sz="1500" spc="29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L="152400" marR="144780" indent="4060825">
              <a:lnSpc>
                <a:spcPct val="124700"/>
              </a:lnSpc>
              <a:spcBef>
                <a:spcPts val="10"/>
              </a:spcBef>
            </a:pP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Y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L-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3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68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دم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05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2 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رازاب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شورفرپ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رگید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گی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YSL-368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لدم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اکوی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یددعتم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یاراد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راکو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endParaRPr sz="1500">
              <a:latin typeface="Calibri"/>
              <a:cs typeface="Calibri"/>
            </a:endParaRPr>
          </a:p>
          <a:p>
            <a:pPr algn="r" marR="146685">
              <a:lnSpc>
                <a:spcPct val="100000"/>
              </a:lnSpc>
              <a:spcBef>
                <a:spcPts val="455"/>
              </a:spcBef>
            </a:pP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قیرط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iOS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دیوردنا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،ی</a:t>
            </a:r>
            <a:r>
              <a:rPr dirty="0" baseline="16666" sz="2250" spc="-30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8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8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endParaRPr sz="150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5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endParaRPr sz="1500">
              <a:latin typeface="Calibri"/>
              <a:cs typeface="Calibri"/>
            </a:endParaRPr>
          </a:p>
          <a:p>
            <a:pPr algn="r" marR="14478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بث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algn="r" marR="374015">
              <a:lnSpc>
                <a:spcPct val="100000"/>
              </a:lnSpc>
              <a:spcBef>
                <a:spcPts val="434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74015">
              <a:lnSpc>
                <a:spcPct val="100000"/>
              </a:lnSpc>
              <a:spcBef>
                <a:spcPts val="455"/>
              </a:spcBef>
            </a:pP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i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O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2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576445">
              <a:lnSpc>
                <a:spcPct val="100000"/>
              </a:lnSpc>
              <a:spcBef>
                <a:spcPts val="459"/>
              </a:spcBef>
            </a:pP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77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575310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4074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marL="5021580">
              <a:lnSpc>
                <a:spcPct val="100000"/>
              </a:lnSpc>
              <a:spcBef>
                <a:spcPts val="430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baseline="37037" sz="2250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7037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4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612640">
              <a:lnSpc>
                <a:spcPct val="100000"/>
              </a:lnSpc>
              <a:spcBef>
                <a:spcPts val="459"/>
              </a:spcBef>
            </a:pPr>
            <a:r>
              <a:rPr dirty="0" sz="1500" spc="29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451350">
              <a:lnSpc>
                <a:spcPct val="100000"/>
              </a:lnSpc>
              <a:spcBef>
                <a:spcPts val="455"/>
              </a:spcBef>
            </a:pP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41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0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9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دم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27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3808" y="809294"/>
            <a:ext cx="6597015" cy="8602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511809" marR="144780" indent="-195580">
              <a:lnSpc>
                <a:spcPct val="125299"/>
              </a:lnSpc>
              <a:spcBef>
                <a:spcPts val="95"/>
              </a:spcBef>
            </a:pP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رازاب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بسانم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تمیق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تیفیک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گی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4109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لدم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لای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یددعتم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یاراد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راکو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r" marR="146685">
              <a:lnSpc>
                <a:spcPct val="100000"/>
              </a:lnSpc>
              <a:spcBef>
                <a:spcPts val="459"/>
              </a:spcBef>
            </a:pP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قیرط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iOS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دیوردنا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،ی</a:t>
            </a:r>
            <a:r>
              <a:rPr dirty="0" baseline="16666" sz="2250" spc="-30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8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8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endParaRPr sz="1500">
              <a:latin typeface="Calibri"/>
              <a:cs typeface="Calibri"/>
            </a:endParaRPr>
          </a:p>
          <a:p>
            <a:pPr algn="r" marR="14478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5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رمه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endParaRPr sz="1500">
              <a:latin typeface="Calibri"/>
              <a:cs typeface="Calibri"/>
            </a:endParaRPr>
          </a:p>
          <a:p>
            <a:pPr marL="568325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بث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algn="r" marR="374015">
              <a:lnSpc>
                <a:spcPct val="100000"/>
              </a:lnSpc>
              <a:spcBef>
                <a:spcPts val="455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8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54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74015">
              <a:lnSpc>
                <a:spcPct val="100000"/>
              </a:lnSpc>
              <a:spcBef>
                <a:spcPts val="459"/>
              </a:spcBef>
            </a:pP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74015">
              <a:lnSpc>
                <a:spcPct val="100000"/>
              </a:lnSpc>
              <a:spcBef>
                <a:spcPts val="455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14478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4074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algn="r" marR="374015">
              <a:lnSpc>
                <a:spcPct val="100000"/>
              </a:lnSpc>
              <a:spcBef>
                <a:spcPts val="455"/>
              </a:spcBef>
            </a:pP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105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2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74015">
              <a:lnSpc>
                <a:spcPct val="100000"/>
              </a:lnSpc>
              <a:spcBef>
                <a:spcPts val="459"/>
              </a:spcBef>
            </a:pPr>
            <a:r>
              <a:rPr dirty="0" sz="1500" spc="29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L="158115" marR="144780" indent="4319905">
              <a:lnSpc>
                <a:spcPct val="124900"/>
              </a:lnSpc>
              <a:spcBef>
                <a:spcPts val="10"/>
              </a:spcBef>
            </a:pP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700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دم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رل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4 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رازاب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بسانم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تمیق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لااب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گی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700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لدم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رلیم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یددعتم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یاراد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یزمر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راک،تشگنا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قیرط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iOS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دیوردنا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،ی</a:t>
            </a:r>
            <a:r>
              <a:rPr dirty="0" baseline="16666" sz="2250" spc="-30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endParaRPr sz="150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5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رمه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 spc="-68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endParaRPr sz="1500">
              <a:latin typeface="Calibri"/>
              <a:cs typeface="Calibri"/>
            </a:endParaRPr>
          </a:p>
          <a:p>
            <a:pPr marL="568325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بث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algn="r" marR="374015">
              <a:lnSpc>
                <a:spcPct val="100000"/>
              </a:lnSpc>
              <a:spcBef>
                <a:spcPts val="459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74015">
              <a:lnSpc>
                <a:spcPct val="100000"/>
              </a:lnSpc>
              <a:spcBef>
                <a:spcPts val="455"/>
              </a:spcBef>
            </a:pP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74015">
              <a:lnSpc>
                <a:spcPct val="100000"/>
              </a:lnSpc>
              <a:spcBef>
                <a:spcPts val="455"/>
              </a:spcBef>
            </a:pP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i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O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2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14478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4074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algn="r" marR="374015">
              <a:lnSpc>
                <a:spcPct val="100000"/>
              </a:lnSpc>
              <a:spcBef>
                <a:spcPts val="455"/>
              </a:spcBef>
            </a:pPr>
            <a:r>
              <a:rPr dirty="0" sz="1500" spc="29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094479">
              <a:lnSpc>
                <a:spcPct val="100000"/>
              </a:lnSpc>
              <a:spcBef>
                <a:spcPts val="459"/>
              </a:spcBef>
            </a:pP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105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77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L="259079" marR="144780" indent="3195320">
              <a:lnSpc>
                <a:spcPct val="124900"/>
              </a:lnSpc>
              <a:spcBef>
                <a:spcPts val="5"/>
              </a:spcBef>
            </a:pP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BE469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لدم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Schlage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Sense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5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لااب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تیفیکو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ابیز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خارط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گی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BE469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لدم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Schlage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Sense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یددعتم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یاراد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یزمر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راک،تشگنا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رازاب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iOS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دیوردنا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،ی</a:t>
            </a:r>
            <a:r>
              <a:rPr dirty="0" baseline="16666" sz="2250" spc="-30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8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8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endParaRPr sz="1500">
              <a:latin typeface="Calibri"/>
              <a:cs typeface="Calibri"/>
            </a:endParaRPr>
          </a:p>
          <a:p>
            <a:pPr algn="r" marR="146685">
              <a:lnSpc>
                <a:spcPct val="100000"/>
              </a:lnSpc>
              <a:spcBef>
                <a:spcPts val="455"/>
              </a:spcBef>
            </a:pP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5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رمه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 spc="-68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ط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marL="568325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بث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marL="5344795">
              <a:lnSpc>
                <a:spcPct val="100000"/>
              </a:lnSpc>
              <a:spcBef>
                <a:spcPts val="459"/>
              </a:spcBef>
            </a:pP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8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8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رط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28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50313" y="5966714"/>
            <a:ext cx="3275329" cy="15240"/>
          </a:xfrm>
          <a:custGeom>
            <a:avLst/>
            <a:gdLst/>
            <a:ahLst/>
            <a:cxnLst/>
            <a:rect l="l" t="t" r="r" b="b"/>
            <a:pathLst>
              <a:path w="3275329" h="15239">
                <a:moveTo>
                  <a:pt x="3274822" y="0"/>
                </a:moveTo>
                <a:lnTo>
                  <a:pt x="0" y="0"/>
                </a:lnTo>
                <a:lnTo>
                  <a:pt x="0" y="15239"/>
                </a:lnTo>
                <a:lnTo>
                  <a:pt x="3274822" y="15239"/>
                </a:lnTo>
                <a:lnTo>
                  <a:pt x="327482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28338" y="809294"/>
            <a:ext cx="6523355" cy="742950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5180330">
              <a:lnSpc>
                <a:spcPct val="100000"/>
              </a:lnSpc>
              <a:spcBef>
                <a:spcPts val="550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8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54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5235575">
              <a:lnSpc>
                <a:spcPct val="100000"/>
              </a:lnSpc>
              <a:spcBef>
                <a:spcPts val="459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56197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4074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marL="4888230">
              <a:lnSpc>
                <a:spcPct val="100000"/>
              </a:lnSpc>
              <a:spcBef>
                <a:spcPts val="459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baseline="37037" sz="2250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7037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4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479290">
              <a:lnSpc>
                <a:spcPct val="100000"/>
              </a:lnSpc>
              <a:spcBef>
                <a:spcPts val="430"/>
              </a:spcBef>
            </a:pPr>
            <a:r>
              <a:rPr dirty="0" sz="1500" spc="29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65430" indent="4024629">
              <a:lnSpc>
                <a:spcPct val="100000"/>
              </a:lnSpc>
              <a:spcBef>
                <a:spcPts val="455"/>
              </a:spcBef>
            </a:pP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V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100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دم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6</a:t>
            </a:r>
            <a:endParaRPr sz="1500">
              <a:latin typeface="Calibri"/>
              <a:cs typeface="Calibri"/>
            </a:endParaRPr>
          </a:p>
          <a:p>
            <a:pPr algn="r" marL="165100" marR="195580" indent="100330">
              <a:lnSpc>
                <a:spcPct val="124700"/>
              </a:lnSpc>
              <a:spcBef>
                <a:spcPts val="15"/>
              </a:spcBef>
            </a:pP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یدربراک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تیلباق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بسانم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تمیق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گی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V100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لدم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اریو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یددعتم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یاراد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یزمر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6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راک،تشگنا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رازاب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راگزاس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iOS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دیوردنا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،ی</a:t>
            </a:r>
            <a:r>
              <a:rPr dirty="0" baseline="16666" sz="2250" spc="-30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8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8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5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endParaRPr sz="1500">
              <a:latin typeface="Calibri"/>
              <a:cs typeface="Calibri"/>
            </a:endParaRPr>
          </a:p>
          <a:p>
            <a:pPr algn="r" marR="197485">
              <a:lnSpc>
                <a:spcPct val="100000"/>
              </a:lnSpc>
              <a:spcBef>
                <a:spcPts val="455"/>
              </a:spcBef>
            </a:pP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85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رمه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 spc="-68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ط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algn="r" marR="19558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بث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algn="r" marR="424815">
              <a:lnSpc>
                <a:spcPct val="100000"/>
              </a:lnSpc>
              <a:spcBef>
                <a:spcPts val="455"/>
              </a:spcBef>
            </a:pP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424815">
              <a:lnSpc>
                <a:spcPct val="100000"/>
              </a:lnSpc>
              <a:spcBef>
                <a:spcPts val="430"/>
              </a:spcBef>
            </a:pP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06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77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424815">
              <a:lnSpc>
                <a:spcPct val="100000"/>
              </a:lnSpc>
              <a:spcBef>
                <a:spcPts val="459"/>
              </a:spcBef>
            </a:pP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i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O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2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19558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4074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طا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قن</a:t>
            </a:r>
            <a:endParaRPr sz="1500">
              <a:latin typeface="Calibri"/>
              <a:cs typeface="Calibri"/>
            </a:endParaRPr>
          </a:p>
          <a:p>
            <a:pPr marL="4778375">
              <a:lnSpc>
                <a:spcPct val="100000"/>
              </a:lnSpc>
              <a:spcBef>
                <a:spcPts val="455"/>
              </a:spcBef>
            </a:pPr>
            <a:r>
              <a:rPr dirty="0" sz="1500" spc="-6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16666" sz="2250" spc="-15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18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پ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baseline="37037" sz="2250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7037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4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424815">
              <a:lnSpc>
                <a:spcPct val="100000"/>
              </a:lnSpc>
              <a:spcBef>
                <a:spcPts val="434"/>
              </a:spcBef>
            </a:pPr>
            <a:r>
              <a:rPr dirty="0" sz="1500" spc="29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R="196850">
              <a:lnSpc>
                <a:spcPct val="100000"/>
              </a:lnSpc>
              <a:spcBef>
                <a:spcPts val="30"/>
              </a:spcBef>
            </a:pPr>
            <a:r>
              <a:rPr dirty="0" sz="2000" spc="140" b="1">
                <a:solidFill>
                  <a:srgbClr val="001F5F"/>
                </a:solidFill>
                <a:latin typeface="Calibri"/>
                <a:cs typeface="Calibri"/>
              </a:rPr>
              <a:t>ت</a:t>
            </a:r>
            <a:r>
              <a:rPr dirty="0" sz="2000" spc="-830" b="1">
                <a:solidFill>
                  <a:srgbClr val="001F5F"/>
                </a:solidFill>
                <a:latin typeface="Calibri"/>
                <a:cs typeface="Calibri"/>
              </a:rPr>
              <a:t>ن</a:t>
            </a:r>
            <a:r>
              <a:rPr dirty="0" sz="2000" spc="-575" b="1">
                <a:solidFill>
                  <a:srgbClr val="001F5F"/>
                </a:solidFill>
                <a:latin typeface="Calibri"/>
                <a:cs typeface="Calibri"/>
              </a:rPr>
              <a:t>ت</a:t>
            </a:r>
            <a:r>
              <a:rPr dirty="0" baseline="26388" sz="3000" spc="-1282" b="1">
                <a:solidFill>
                  <a:srgbClr val="001F5F"/>
                </a:solidFill>
                <a:latin typeface="Calibri"/>
                <a:cs typeface="Calibri"/>
              </a:rPr>
              <a:t>ر</a:t>
            </a:r>
            <a:r>
              <a:rPr dirty="0" baseline="26388" sz="3000" spc="-217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490" b="1">
                <a:solidFill>
                  <a:srgbClr val="001F5F"/>
                </a:solidFill>
                <a:latin typeface="Calibri"/>
                <a:cs typeface="Calibri"/>
              </a:rPr>
              <a:t>ن</a:t>
            </a:r>
            <a:r>
              <a:rPr dirty="0" sz="2000" spc="-815" b="1">
                <a:solidFill>
                  <a:srgbClr val="001F5F"/>
                </a:solidFill>
                <a:latin typeface="Calibri"/>
                <a:cs typeface="Calibri"/>
              </a:rPr>
              <a:t>ی</a:t>
            </a:r>
            <a:r>
              <a:rPr dirty="0" sz="2000" spc="-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420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-1110" b="1">
                <a:solidFill>
                  <a:srgbClr val="001F5F"/>
                </a:solidFill>
                <a:latin typeface="Calibri"/>
                <a:cs typeface="Calibri"/>
              </a:rPr>
              <a:t>ب</a:t>
            </a:r>
            <a:r>
              <a:rPr dirty="0" sz="2000" spc="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745" b="1">
                <a:solidFill>
                  <a:srgbClr val="001F5F"/>
                </a:solidFill>
                <a:latin typeface="Calibri"/>
                <a:cs typeface="Calibri"/>
              </a:rPr>
              <a:t>سی</a:t>
            </a:r>
            <a:r>
              <a:rPr dirty="0" sz="2000" spc="-550" b="1">
                <a:solidFill>
                  <a:srgbClr val="001F5F"/>
                </a:solidFill>
                <a:latin typeface="Calibri"/>
                <a:cs typeface="Calibri"/>
              </a:rPr>
              <a:t>ت</a:t>
            </a:r>
            <a:r>
              <a:rPr dirty="0" baseline="26388" sz="3000" spc="-1282" b="1">
                <a:solidFill>
                  <a:srgbClr val="001F5F"/>
                </a:solidFill>
                <a:latin typeface="Calibri"/>
                <a:cs typeface="Calibri"/>
              </a:rPr>
              <a:t>ر</a:t>
            </a:r>
            <a:r>
              <a:rPr dirty="0" baseline="26388" sz="3000" spc="-217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525" b="1">
                <a:solidFill>
                  <a:srgbClr val="001F5F"/>
                </a:solidFill>
                <a:latin typeface="Calibri"/>
                <a:cs typeface="Calibri"/>
              </a:rPr>
              <a:t>س</a:t>
            </a:r>
            <a:r>
              <a:rPr dirty="0" sz="2000" spc="-5" b="1">
                <a:solidFill>
                  <a:srgbClr val="001F5F"/>
                </a:solidFill>
                <a:latin typeface="Calibri"/>
                <a:cs typeface="Calibri"/>
              </a:rPr>
              <a:t>د</a:t>
            </a:r>
            <a:r>
              <a:rPr dirty="0" sz="2000" spc="-5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130" b="1">
                <a:solidFill>
                  <a:srgbClr val="001F5F"/>
                </a:solidFill>
                <a:latin typeface="Calibri"/>
                <a:cs typeface="Calibri"/>
              </a:rPr>
              <a:t>د</a:t>
            </a:r>
            <a:r>
              <a:rPr dirty="0" sz="2000" spc="-490" b="1">
                <a:solidFill>
                  <a:srgbClr val="001F5F"/>
                </a:solidFill>
                <a:latin typeface="Calibri"/>
                <a:cs typeface="Calibri"/>
              </a:rPr>
              <a:t>ن</a:t>
            </a:r>
            <a:r>
              <a:rPr dirty="0" sz="2000" spc="25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r>
              <a:rPr dirty="0" sz="2000" spc="-620" b="1">
                <a:solidFill>
                  <a:srgbClr val="001F5F"/>
                </a:solidFill>
                <a:latin typeface="Calibri"/>
                <a:cs typeface="Calibri"/>
              </a:rPr>
              <a:t>ش</a:t>
            </a:r>
            <a:r>
              <a:rPr dirty="0" sz="2000" spc="80" b="1">
                <a:solidFill>
                  <a:srgbClr val="001F5F"/>
                </a:solidFill>
                <a:latin typeface="Calibri"/>
                <a:cs typeface="Calibri"/>
              </a:rPr>
              <a:t>و</a:t>
            </a:r>
            <a:r>
              <a:rPr dirty="0" sz="2000" spc="-285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001F5F"/>
                </a:solidFill>
                <a:latin typeface="Calibri"/>
                <a:cs typeface="Calibri"/>
              </a:rPr>
              <a:t>ی</a:t>
            </a:r>
            <a:r>
              <a:rPr dirty="0" sz="2000" spc="7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-285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50" b="1">
                <a:solidFill>
                  <a:srgbClr val="001F5F"/>
                </a:solidFill>
                <a:latin typeface="Calibri"/>
                <a:cs typeface="Calibri"/>
              </a:rPr>
              <a:t>ل</a:t>
            </a:r>
            <a:r>
              <a:rPr dirty="0" sz="2000" spc="-890" b="1">
                <a:solidFill>
                  <a:srgbClr val="001F5F"/>
                </a:solidFill>
                <a:latin typeface="Calibri"/>
                <a:cs typeface="Calibri"/>
              </a:rPr>
              <a:t>ف</a:t>
            </a:r>
            <a:r>
              <a:rPr dirty="0" sz="2000" spc="-530" b="1">
                <a:solidFill>
                  <a:srgbClr val="001F5F"/>
                </a:solidFill>
                <a:latin typeface="Calibri"/>
                <a:cs typeface="Calibri"/>
              </a:rPr>
              <a:t>ق</a:t>
            </a:r>
            <a:endParaRPr sz="2000">
              <a:latin typeface="Calibri"/>
              <a:cs typeface="Calibri"/>
            </a:endParaRPr>
          </a:p>
          <a:p>
            <a:pPr algn="r" marR="198755">
              <a:lnSpc>
                <a:spcPct val="100000"/>
              </a:lnSpc>
              <a:spcBef>
                <a:spcPts val="1855"/>
              </a:spcBef>
            </a:pPr>
            <a:r>
              <a:rPr dirty="0" sz="1200" spc="100" b="1">
                <a:latin typeface="Calibri"/>
                <a:cs typeface="Calibri"/>
              </a:rPr>
              <a:t>ت</a:t>
            </a:r>
            <a:r>
              <a:rPr dirty="0" sz="1200" spc="-505" b="1">
                <a:latin typeface="Calibri"/>
                <a:cs typeface="Calibri"/>
              </a:rPr>
              <a:t>ن</a:t>
            </a:r>
            <a:r>
              <a:rPr dirty="0" sz="1200" spc="-360" b="1">
                <a:latin typeface="Calibri"/>
                <a:cs typeface="Calibri"/>
              </a:rPr>
              <a:t>ت</a:t>
            </a:r>
            <a:r>
              <a:rPr dirty="0" baseline="27777" sz="1800" spc="-772" b="1">
                <a:latin typeface="Calibri"/>
                <a:cs typeface="Calibri"/>
              </a:rPr>
              <a:t>ر</a:t>
            </a:r>
            <a:r>
              <a:rPr dirty="0" baseline="27777" sz="1800" spc="-120" b="1">
                <a:latin typeface="Calibri"/>
                <a:cs typeface="Calibri"/>
              </a:rPr>
              <a:t> </a:t>
            </a:r>
            <a:r>
              <a:rPr dirty="0" sz="1200" spc="-290" b="1">
                <a:latin typeface="Calibri"/>
                <a:cs typeface="Calibri"/>
              </a:rPr>
              <a:t>ن</a:t>
            </a:r>
            <a:r>
              <a:rPr dirty="0" sz="1200" spc="-500" b="1">
                <a:latin typeface="Calibri"/>
                <a:cs typeface="Calibri"/>
              </a:rPr>
              <a:t>ی</a:t>
            </a:r>
            <a:r>
              <a:rPr dirty="0" sz="1200" b="1">
                <a:latin typeface="Calibri"/>
                <a:cs typeface="Calibri"/>
              </a:rPr>
              <a:t>ا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35" b="1">
                <a:latin typeface="Calibri"/>
                <a:cs typeface="Calibri"/>
              </a:rPr>
              <a:t>ه</a:t>
            </a:r>
            <a:r>
              <a:rPr dirty="0" sz="1200" spc="-665" b="1">
                <a:latin typeface="Calibri"/>
                <a:cs typeface="Calibri"/>
              </a:rPr>
              <a:t>ب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5" b="1">
                <a:latin typeface="Calibri"/>
                <a:cs typeface="Calibri"/>
              </a:rPr>
              <a:t>ل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315" b="1">
                <a:latin typeface="Calibri"/>
                <a:cs typeface="Calibri"/>
              </a:rPr>
              <a:t>ص</a:t>
            </a:r>
            <a:r>
              <a:rPr dirty="0" sz="1200" spc="-670" b="1">
                <a:latin typeface="Calibri"/>
                <a:cs typeface="Calibri"/>
              </a:rPr>
              <a:t>ت</a:t>
            </a:r>
            <a:r>
              <a:rPr dirty="0" sz="1200" b="1">
                <a:latin typeface="Calibri"/>
                <a:cs typeface="Calibri"/>
              </a:rPr>
              <a:t>ا</a:t>
            </a:r>
            <a:endParaRPr sz="1200">
              <a:latin typeface="Calibri"/>
              <a:cs typeface="Calibri"/>
            </a:endParaRPr>
          </a:p>
          <a:p>
            <a:pPr algn="r" marR="200660">
              <a:lnSpc>
                <a:spcPct val="100000"/>
              </a:lnSpc>
              <a:spcBef>
                <a:spcPts val="1415"/>
              </a:spcBef>
            </a:pPr>
            <a:r>
              <a:rPr dirty="0" sz="1200" spc="-254">
                <a:latin typeface="Calibri"/>
                <a:cs typeface="Calibri"/>
              </a:rPr>
              <a:t>دننک</a:t>
            </a:r>
            <a:r>
              <a:rPr dirty="0" sz="1200" spc="-14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مهارف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ار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رود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هار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تیریدم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280">
                <a:latin typeface="Calibri"/>
                <a:cs typeface="Calibri"/>
              </a:rPr>
              <a:t>لت</a:t>
            </a:r>
            <a:r>
              <a:rPr dirty="0" baseline="25462" sz="1800" spc="-419">
                <a:latin typeface="Calibri"/>
                <a:cs typeface="Calibri"/>
              </a:rPr>
              <a:t>:</a:t>
            </a:r>
            <a:r>
              <a:rPr dirty="0" baseline="25462" sz="1800" spc="-120">
                <a:latin typeface="Calibri"/>
                <a:cs typeface="Calibri"/>
              </a:rPr>
              <a:t> </a:t>
            </a:r>
            <a:r>
              <a:rPr dirty="0" sz="1200" spc="-415">
                <a:latin typeface="Calibri"/>
                <a:cs typeface="Calibri"/>
              </a:rPr>
              <a:t>نک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ناکما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85">
                <a:latin typeface="Calibri"/>
                <a:cs typeface="Calibri"/>
              </a:rPr>
              <a:t>تیلباق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65">
                <a:latin typeface="Calibri"/>
                <a:cs typeface="Calibri"/>
              </a:rPr>
              <a:t>نیا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لفق.</a:t>
            </a:r>
            <a:endParaRPr sz="1200">
              <a:latin typeface="Calibri"/>
              <a:cs typeface="Calibri"/>
            </a:endParaRPr>
          </a:p>
          <a:p>
            <a:pPr algn="r" marR="200660">
              <a:lnSpc>
                <a:spcPct val="100000"/>
              </a:lnSpc>
              <a:spcBef>
                <a:spcPts val="1420"/>
              </a:spcBef>
            </a:pPr>
            <a:r>
              <a:rPr dirty="0" sz="1200" spc="45" b="1">
                <a:latin typeface="Calibri"/>
                <a:cs typeface="Calibri"/>
              </a:rPr>
              <a:t>د</a:t>
            </a:r>
            <a:r>
              <a:rPr dirty="0" sz="1200" spc="-290" b="1">
                <a:latin typeface="Calibri"/>
                <a:cs typeface="Calibri"/>
              </a:rPr>
              <a:t>ن</a:t>
            </a:r>
            <a:r>
              <a:rPr dirty="0" sz="1200" spc="5" b="1">
                <a:latin typeface="Calibri"/>
                <a:cs typeface="Calibri"/>
              </a:rPr>
              <a:t>م</a:t>
            </a:r>
            <a:r>
              <a:rPr dirty="0" sz="1200" spc="-355" b="1">
                <a:latin typeface="Calibri"/>
                <a:cs typeface="Calibri"/>
              </a:rPr>
              <a:t>ش</a:t>
            </a:r>
            <a:r>
              <a:rPr dirty="0" sz="1200" spc="50" b="1">
                <a:latin typeface="Calibri"/>
                <a:cs typeface="Calibri"/>
              </a:rPr>
              <a:t>و</a:t>
            </a:r>
            <a:r>
              <a:rPr dirty="0" sz="1200" spc="-170" b="1">
                <a:latin typeface="Calibri"/>
                <a:cs typeface="Calibri"/>
              </a:rPr>
              <a:t>ه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45" b="1">
                <a:latin typeface="Calibri"/>
                <a:cs typeface="Calibri"/>
              </a:rPr>
              <a:t>ن</a:t>
            </a:r>
            <a:r>
              <a:rPr dirty="0" sz="1200" spc="-525" b="1">
                <a:latin typeface="Calibri"/>
                <a:cs typeface="Calibri"/>
              </a:rPr>
              <a:t>ف</a:t>
            </a:r>
            <a:r>
              <a:rPr dirty="0" sz="1200" spc="-365" b="1">
                <a:latin typeface="Calibri"/>
                <a:cs typeface="Calibri"/>
              </a:rPr>
              <a:t>ل</a:t>
            </a:r>
            <a:r>
              <a:rPr dirty="0" sz="1200" spc="-665" b="1">
                <a:latin typeface="Calibri"/>
                <a:cs typeface="Calibri"/>
              </a:rPr>
              <a:t>ت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algn="r" marR="200660">
              <a:lnSpc>
                <a:spcPct val="100000"/>
              </a:lnSpc>
            </a:pPr>
            <a:r>
              <a:rPr dirty="0" sz="1200" spc="-320">
                <a:latin typeface="Calibri"/>
                <a:cs typeface="Calibri"/>
              </a:rPr>
              <a:t>دیدنبب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زاب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ار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دوخ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رود </a:t>
            </a:r>
            <a:r>
              <a:rPr dirty="0" sz="1200" spc="-175">
                <a:latin typeface="Calibri"/>
                <a:cs typeface="Calibri"/>
              </a:rPr>
              <a:t>هار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25">
                <a:latin typeface="Calibri"/>
                <a:cs typeface="Calibri"/>
              </a:rPr>
              <a:t>تروص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دیناوت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375">
                <a:latin typeface="Calibri"/>
                <a:cs typeface="Calibri"/>
              </a:rPr>
              <a:t>نفلت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هدافتسا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اب.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Calibri"/>
              <a:cs typeface="Calibri"/>
            </a:endParaRPr>
          </a:p>
          <a:p>
            <a:pPr algn="r" marR="199390">
              <a:lnSpc>
                <a:spcPct val="100000"/>
              </a:lnSpc>
            </a:pPr>
            <a:r>
              <a:rPr dirty="0" sz="1200" spc="70" b="1">
                <a:latin typeface="Calibri"/>
                <a:cs typeface="Calibri"/>
              </a:rPr>
              <a:t>د</a:t>
            </a:r>
            <a:r>
              <a:rPr dirty="0" sz="1200" spc="-290" b="1">
                <a:latin typeface="Calibri"/>
                <a:cs typeface="Calibri"/>
              </a:rPr>
              <a:t>ن</a:t>
            </a:r>
            <a:r>
              <a:rPr dirty="0" sz="1200" spc="5" b="1">
                <a:latin typeface="Calibri"/>
                <a:cs typeface="Calibri"/>
              </a:rPr>
              <a:t>م</a:t>
            </a:r>
            <a:r>
              <a:rPr dirty="0" sz="1200" spc="-355" b="1">
                <a:latin typeface="Calibri"/>
                <a:cs typeface="Calibri"/>
              </a:rPr>
              <a:t>ش</a:t>
            </a:r>
            <a:r>
              <a:rPr dirty="0" sz="1200" spc="50" b="1">
                <a:latin typeface="Calibri"/>
                <a:cs typeface="Calibri"/>
              </a:rPr>
              <a:t>و</a:t>
            </a:r>
            <a:r>
              <a:rPr dirty="0" sz="1200" spc="-170" b="1">
                <a:latin typeface="Calibri"/>
                <a:cs typeface="Calibri"/>
              </a:rPr>
              <a:t>ه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475" b="1">
                <a:latin typeface="Calibri"/>
                <a:cs typeface="Calibri"/>
              </a:rPr>
              <a:t>ب</a:t>
            </a:r>
            <a:r>
              <a:rPr dirty="0" baseline="27777" sz="1800" b="1">
                <a:latin typeface="Calibri"/>
                <a:cs typeface="Calibri"/>
              </a:rPr>
              <a:t>ی</a:t>
            </a:r>
            <a:r>
              <a:rPr dirty="0" baseline="27777" sz="1800" spc="22" b="1">
                <a:latin typeface="Calibri"/>
                <a:cs typeface="Calibri"/>
              </a:rPr>
              <a:t> </a:t>
            </a:r>
            <a:r>
              <a:rPr dirty="0" sz="1200" spc="30" b="1">
                <a:latin typeface="Calibri"/>
                <a:cs typeface="Calibri"/>
              </a:rPr>
              <a:t>ا</a:t>
            </a:r>
            <a:r>
              <a:rPr dirty="0" sz="1200" spc="-450" b="1">
                <a:latin typeface="Calibri"/>
                <a:cs typeface="Calibri"/>
              </a:rPr>
              <a:t>س</a:t>
            </a:r>
            <a:r>
              <a:rPr dirty="0" sz="1200" b="1">
                <a:latin typeface="Calibri"/>
                <a:cs typeface="Calibri"/>
              </a:rPr>
              <a:t>ر </a:t>
            </a:r>
            <a:r>
              <a:rPr dirty="0" sz="1200" spc="-125" b="1">
                <a:latin typeface="Calibri"/>
                <a:cs typeface="Calibri"/>
              </a:rPr>
              <a:t>ع</a:t>
            </a:r>
            <a:r>
              <a:rPr dirty="0" sz="1200" spc="-114" b="1">
                <a:latin typeface="Calibri"/>
                <a:cs typeface="Calibri"/>
              </a:rPr>
              <a:t>ل</a:t>
            </a:r>
            <a:r>
              <a:rPr dirty="0" sz="1200" spc="-50" b="1">
                <a:latin typeface="Calibri"/>
                <a:cs typeface="Calibri"/>
              </a:rPr>
              <a:t>ا</a:t>
            </a:r>
            <a:r>
              <a:rPr dirty="0" sz="1200" spc="-210" b="1">
                <a:latin typeface="Calibri"/>
                <a:cs typeface="Calibri"/>
              </a:rPr>
              <a:t>ط</a:t>
            </a:r>
            <a:r>
              <a:rPr dirty="0" sz="1200" b="1">
                <a:latin typeface="Calibri"/>
                <a:cs typeface="Calibri"/>
              </a:rPr>
              <a:t>ا</a:t>
            </a:r>
            <a:endParaRPr sz="1200">
              <a:latin typeface="Calibri"/>
              <a:cs typeface="Calibri"/>
            </a:endParaRPr>
          </a:p>
          <a:p>
            <a:pPr algn="r" marR="202565">
              <a:lnSpc>
                <a:spcPct val="100000"/>
              </a:lnSpc>
              <a:spcBef>
                <a:spcPts val="1415"/>
              </a:spcBef>
            </a:pPr>
            <a:r>
              <a:rPr dirty="0" sz="1200" spc="-80">
                <a:latin typeface="Calibri"/>
                <a:cs typeface="Calibri"/>
              </a:rPr>
              <a:t>دنا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هدش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جراخ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ای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90">
                <a:latin typeface="Calibri"/>
                <a:cs typeface="Calibri"/>
              </a:rPr>
              <a:t>دنا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هدش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دراو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امش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345">
                <a:latin typeface="Calibri"/>
                <a:cs typeface="Calibri"/>
              </a:rPr>
              <a:t>ت</a:t>
            </a:r>
            <a:r>
              <a:rPr dirty="0" baseline="25462" sz="1800" spc="-517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فد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229">
                <a:latin typeface="Calibri"/>
                <a:cs typeface="Calibri"/>
              </a:rPr>
              <a:t>ای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هناخ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45">
                <a:latin typeface="Calibri"/>
                <a:cs typeface="Calibri"/>
              </a:rPr>
              <a:t>دارفا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مادک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175">
                <a:latin typeface="Calibri"/>
                <a:cs typeface="Calibri"/>
              </a:rPr>
              <a:t>هکدنهد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60">
                <a:latin typeface="Calibri"/>
                <a:cs typeface="Calibri"/>
              </a:rPr>
              <a:t>نلاعا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امش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دنناوت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1350" y="9124898"/>
            <a:ext cx="64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29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8456" y="816609"/>
            <a:ext cx="6423025" cy="3858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59055">
              <a:lnSpc>
                <a:spcPct val="100000"/>
              </a:lnSpc>
              <a:spcBef>
                <a:spcPts val="90"/>
              </a:spcBef>
            </a:pPr>
            <a:r>
              <a:rPr dirty="0" u="heavy" sz="2000" spc="1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ت</a:t>
            </a:r>
            <a:r>
              <a:rPr dirty="0" u="heavy" sz="2000" spc="-4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ین</a:t>
            </a:r>
            <a:r>
              <a:rPr dirty="0" u="heavy" sz="2000" spc="-3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1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1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دنم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7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فق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Calibri"/>
              <a:cs typeface="Calibri"/>
            </a:endParaRPr>
          </a:p>
          <a:p>
            <a:pPr algn="r" marR="83185">
              <a:lnSpc>
                <a:spcPct val="100000"/>
              </a:lnSpc>
            </a:pPr>
            <a:r>
              <a:rPr dirty="0" sz="1350" spc="70" b="1">
                <a:latin typeface="Calibri"/>
                <a:cs typeface="Calibri"/>
              </a:rPr>
              <a:t>ت</a:t>
            </a:r>
            <a:r>
              <a:rPr dirty="0" sz="1350" spc="-509" b="1">
                <a:latin typeface="Calibri"/>
                <a:cs typeface="Calibri"/>
              </a:rPr>
              <a:t>شگ</a:t>
            </a:r>
            <a:r>
              <a:rPr dirty="0" sz="1350" spc="-300" b="1">
                <a:latin typeface="Calibri"/>
                <a:cs typeface="Calibri"/>
              </a:rPr>
              <a:t>ن</a:t>
            </a:r>
            <a:r>
              <a:rPr dirty="0" sz="1350" spc="-5" b="1">
                <a:latin typeface="Calibri"/>
                <a:cs typeface="Calibri"/>
              </a:rPr>
              <a:t>ا</a:t>
            </a:r>
            <a:r>
              <a:rPr dirty="0" sz="1350" spc="-105" b="1">
                <a:latin typeface="Calibri"/>
                <a:cs typeface="Calibri"/>
              </a:rPr>
              <a:t> </a:t>
            </a:r>
            <a:r>
              <a:rPr dirty="0" sz="1350" spc="35" b="1">
                <a:latin typeface="Calibri"/>
                <a:cs typeface="Calibri"/>
              </a:rPr>
              <a:t>ر</a:t>
            </a:r>
            <a:r>
              <a:rPr dirty="0" sz="1350" spc="-745" b="1">
                <a:latin typeface="Calibri"/>
                <a:cs typeface="Calibri"/>
              </a:rPr>
              <a:t>ث</a:t>
            </a:r>
            <a:r>
              <a:rPr dirty="0" sz="1350" spc="-5" b="1">
                <a:latin typeface="Calibri"/>
                <a:cs typeface="Calibri"/>
              </a:rPr>
              <a:t>ا</a:t>
            </a:r>
            <a:r>
              <a:rPr dirty="0" sz="1350" spc="10" b="1">
                <a:latin typeface="Calibri"/>
                <a:cs typeface="Calibri"/>
              </a:rPr>
              <a:t> </a:t>
            </a:r>
            <a:r>
              <a:rPr dirty="0" sz="1350" spc="5" b="1">
                <a:latin typeface="Calibri"/>
                <a:cs typeface="Calibri"/>
              </a:rPr>
              <a:t>ص</a:t>
            </a:r>
            <a:r>
              <a:rPr dirty="0" sz="1350" spc="-480" b="1">
                <a:latin typeface="Calibri"/>
                <a:cs typeface="Calibri"/>
              </a:rPr>
              <a:t>ی</a:t>
            </a:r>
            <a:r>
              <a:rPr dirty="0" sz="1350" spc="75" b="1">
                <a:latin typeface="Calibri"/>
                <a:cs typeface="Calibri"/>
              </a:rPr>
              <a:t>خ</a:t>
            </a:r>
            <a:r>
              <a:rPr dirty="0" sz="1350" spc="-525" b="1">
                <a:latin typeface="Calibri"/>
                <a:cs typeface="Calibri"/>
              </a:rPr>
              <a:t>شت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</a:pPr>
            <a:r>
              <a:rPr dirty="0" sz="1200" spc="-235">
                <a:latin typeface="Calibri"/>
                <a:cs typeface="Calibri"/>
              </a:rPr>
              <a:t>دنشاب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رادروخرب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روبع</a:t>
            </a:r>
            <a:r>
              <a:rPr dirty="0" sz="1200" spc="-80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زمر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459">
                <a:latin typeface="Calibri"/>
                <a:cs typeface="Calibri"/>
              </a:rPr>
              <a:t>هب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95">
                <a:latin typeface="Calibri"/>
                <a:cs typeface="Calibri"/>
              </a:rPr>
              <a:t>تبسن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345">
                <a:latin typeface="Calibri"/>
                <a:cs typeface="Calibri"/>
              </a:rPr>
              <a:t>ت</a:t>
            </a:r>
            <a:r>
              <a:rPr dirty="0" baseline="25462" sz="1800" spc="-517">
                <a:latin typeface="Calibri"/>
                <a:cs typeface="Calibri"/>
              </a:rPr>
              <a:t>:</a:t>
            </a:r>
            <a:r>
              <a:rPr dirty="0" baseline="25462" sz="1800" spc="-112">
                <a:latin typeface="Calibri"/>
                <a:cs typeface="Calibri"/>
              </a:rPr>
              <a:t> </a:t>
            </a:r>
            <a:r>
              <a:rPr dirty="0" sz="1200" spc="-470">
                <a:latin typeface="Calibri"/>
                <a:cs typeface="Calibri"/>
              </a:rPr>
              <a:t>شیب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تینما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30">
                <a:latin typeface="Calibri"/>
                <a:cs typeface="Calibri"/>
              </a:rPr>
              <a:t>یرادروخرب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دنناوت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20">
                <a:latin typeface="Calibri"/>
                <a:cs typeface="Calibri"/>
              </a:rPr>
              <a:t>تشگنا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رثا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65">
                <a:latin typeface="Calibri"/>
                <a:cs typeface="Calibri"/>
              </a:rPr>
              <a:t>صیخشت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310">
                <a:latin typeface="Calibri"/>
                <a:cs typeface="Calibri"/>
              </a:rPr>
              <a:t>اب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95">
                <a:latin typeface="Calibri"/>
                <a:cs typeface="Calibri"/>
              </a:rPr>
              <a:t>لفق.</a:t>
            </a:r>
            <a:endParaRPr sz="1200">
              <a:latin typeface="Calibri"/>
              <a:cs typeface="Calibri"/>
            </a:endParaRPr>
          </a:p>
          <a:p>
            <a:pPr algn="r" marR="82550">
              <a:lnSpc>
                <a:spcPct val="100000"/>
              </a:lnSpc>
              <a:spcBef>
                <a:spcPts val="1410"/>
              </a:spcBef>
            </a:pPr>
            <a:r>
              <a:rPr dirty="0" sz="1350" spc="-80" b="1">
                <a:latin typeface="Calibri"/>
                <a:cs typeface="Calibri"/>
              </a:rPr>
              <a:t>ر</a:t>
            </a:r>
            <a:r>
              <a:rPr dirty="0" sz="1350" spc="55" b="1">
                <a:latin typeface="Calibri"/>
                <a:cs typeface="Calibri"/>
              </a:rPr>
              <a:t>و</a:t>
            </a:r>
            <a:r>
              <a:rPr dirty="0" sz="1350" spc="-675" b="1">
                <a:latin typeface="Calibri"/>
                <a:cs typeface="Calibri"/>
              </a:rPr>
              <a:t>ب</a:t>
            </a:r>
            <a:r>
              <a:rPr dirty="0" sz="1350" spc="-150" b="1">
                <a:latin typeface="Calibri"/>
                <a:cs typeface="Calibri"/>
              </a:rPr>
              <a:t>ع</a:t>
            </a:r>
            <a:r>
              <a:rPr dirty="0" sz="1350" spc="-80" b="1">
                <a:latin typeface="Calibri"/>
                <a:cs typeface="Calibri"/>
              </a:rPr>
              <a:t> </a:t>
            </a:r>
            <a:r>
              <a:rPr dirty="0" sz="1350" spc="35" b="1">
                <a:latin typeface="Calibri"/>
                <a:cs typeface="Calibri"/>
              </a:rPr>
              <a:t>ز</a:t>
            </a:r>
            <a:r>
              <a:rPr dirty="0" sz="1350" spc="-229" b="1">
                <a:latin typeface="Calibri"/>
                <a:cs typeface="Calibri"/>
              </a:rPr>
              <a:t>م</a:t>
            </a:r>
            <a:r>
              <a:rPr dirty="0" sz="1350" spc="-5" b="1">
                <a:latin typeface="Calibri"/>
                <a:cs typeface="Calibri"/>
              </a:rPr>
              <a:t>ر</a:t>
            </a:r>
            <a:r>
              <a:rPr dirty="0" sz="1350" b="1">
                <a:latin typeface="Calibri"/>
                <a:cs typeface="Calibri"/>
              </a:rPr>
              <a:t> </a:t>
            </a:r>
            <a:r>
              <a:rPr dirty="0" sz="1350" spc="-20" b="1">
                <a:latin typeface="Calibri"/>
                <a:cs typeface="Calibri"/>
              </a:rPr>
              <a:t>ل</a:t>
            </a:r>
            <a:r>
              <a:rPr dirty="0" sz="1350" spc="-55" b="1">
                <a:latin typeface="Calibri"/>
                <a:cs typeface="Calibri"/>
              </a:rPr>
              <a:t>ا</a:t>
            </a:r>
            <a:r>
              <a:rPr dirty="0" sz="1350" spc="-180" b="1">
                <a:latin typeface="Calibri"/>
                <a:cs typeface="Calibri"/>
              </a:rPr>
              <a:t>ق</a:t>
            </a:r>
            <a:r>
              <a:rPr dirty="0" sz="1350" spc="-675" b="1">
                <a:latin typeface="Calibri"/>
                <a:cs typeface="Calibri"/>
              </a:rPr>
              <a:t>ت</a:t>
            </a:r>
            <a:r>
              <a:rPr dirty="0" sz="1350" spc="-395" b="1">
                <a:latin typeface="Calibri"/>
                <a:cs typeface="Calibri"/>
              </a:rPr>
              <a:t>ن</a:t>
            </a:r>
            <a:r>
              <a:rPr dirty="0" sz="1350" spc="-5" b="1">
                <a:latin typeface="Calibri"/>
                <a:cs typeface="Calibri"/>
              </a:rPr>
              <a:t>ا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</a:pPr>
            <a:r>
              <a:rPr dirty="0" sz="1200" spc="-265">
                <a:latin typeface="Calibri"/>
                <a:cs typeface="Calibri"/>
              </a:rPr>
              <a:t>دننک</a:t>
            </a:r>
            <a:r>
              <a:rPr dirty="0" sz="1200" spc="-114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مهارف  </a:t>
            </a:r>
            <a:r>
              <a:rPr dirty="0" sz="1200" spc="-80">
                <a:latin typeface="Calibri"/>
                <a:cs typeface="Calibri"/>
              </a:rPr>
              <a:t>ار</a:t>
            </a:r>
            <a:r>
              <a:rPr dirty="0" sz="1200" spc="-100">
                <a:latin typeface="Calibri"/>
                <a:cs typeface="Calibri"/>
              </a:rPr>
              <a:t> </a:t>
            </a:r>
            <a:r>
              <a:rPr dirty="0" sz="1200" spc="-280">
                <a:latin typeface="Calibri"/>
                <a:cs typeface="Calibri"/>
              </a:rPr>
              <a:t>ربراک</a:t>
            </a:r>
            <a:r>
              <a:rPr dirty="0" sz="1200" spc="-120">
                <a:latin typeface="Calibri"/>
                <a:cs typeface="Calibri"/>
              </a:rPr>
              <a:t> </a:t>
            </a:r>
            <a:r>
              <a:rPr dirty="0" sz="1200" spc="-245">
                <a:latin typeface="Calibri"/>
                <a:cs typeface="Calibri"/>
              </a:rPr>
              <a:t>طسوت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315">
                <a:latin typeface="Calibri"/>
                <a:cs typeface="Calibri"/>
              </a:rPr>
              <a:t>هاگتسد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ب</a:t>
            </a:r>
            <a:r>
              <a:rPr dirty="0" baseline="25462" sz="1800" spc="-315">
                <a:latin typeface="Calibri"/>
                <a:cs typeface="Calibri"/>
              </a:rPr>
              <a:t>ی</a:t>
            </a:r>
            <a:r>
              <a:rPr dirty="0" baseline="25462" sz="1800" spc="-37">
                <a:latin typeface="Calibri"/>
                <a:cs typeface="Calibri"/>
              </a:rPr>
              <a:t> </a:t>
            </a:r>
            <a:r>
              <a:rPr dirty="0" sz="1200" spc="-430">
                <a:latin typeface="Calibri"/>
                <a:cs typeface="Calibri"/>
              </a:rPr>
              <a:t>ابیتشپ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قیرط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زا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20">
                <a:latin typeface="Calibri"/>
                <a:cs typeface="Calibri"/>
              </a:rPr>
              <a:t>دنمشوه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10">
                <a:latin typeface="Calibri"/>
                <a:cs typeface="Calibri"/>
              </a:rPr>
              <a:t>ب</a:t>
            </a:r>
            <a:r>
              <a:rPr dirty="0" baseline="25462" sz="1800" spc="-315">
                <a:latin typeface="Calibri"/>
                <a:cs typeface="Calibri"/>
              </a:rPr>
              <a:t>ی</a:t>
            </a:r>
            <a:r>
              <a:rPr dirty="0" baseline="25462" sz="1800" spc="-44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ورد</a:t>
            </a:r>
            <a:r>
              <a:rPr dirty="0" sz="1200" spc="-90">
                <a:latin typeface="Calibri"/>
                <a:cs typeface="Calibri"/>
              </a:rPr>
              <a:t> </a:t>
            </a:r>
            <a:r>
              <a:rPr dirty="0" sz="1200" spc="-190">
                <a:latin typeface="Calibri"/>
                <a:cs typeface="Calibri"/>
              </a:rPr>
              <a:t>روبع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 spc="-55">
                <a:latin typeface="Calibri"/>
                <a:cs typeface="Calibri"/>
              </a:rPr>
              <a:t>زمر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لاقتنا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5">
                <a:latin typeface="Calibri"/>
                <a:cs typeface="Calibri"/>
              </a:rPr>
              <a:t>ناکما.</a:t>
            </a:r>
            <a:endParaRPr sz="120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1435"/>
              </a:spcBef>
            </a:pPr>
            <a:r>
              <a:rPr dirty="0" sz="1350" spc="-630" b="1">
                <a:latin typeface="Calibri"/>
                <a:cs typeface="Calibri"/>
              </a:rPr>
              <a:t>ک</a:t>
            </a:r>
            <a:r>
              <a:rPr dirty="0" sz="1350" spc="-490" b="1">
                <a:latin typeface="Calibri"/>
                <a:cs typeface="Calibri"/>
              </a:rPr>
              <a:t>ی</a:t>
            </a:r>
            <a:r>
              <a:rPr dirty="0" sz="1350" spc="-715" b="1">
                <a:latin typeface="Calibri"/>
                <a:cs typeface="Calibri"/>
              </a:rPr>
              <a:t>ی</a:t>
            </a:r>
            <a:r>
              <a:rPr dirty="0" sz="1350" spc="-745" b="1">
                <a:latin typeface="Calibri"/>
                <a:cs typeface="Calibri"/>
              </a:rPr>
              <a:t>ت</a:t>
            </a:r>
            <a:r>
              <a:rPr dirty="0" baseline="20576" sz="2025" spc="-7" b="1">
                <a:latin typeface="Calibri"/>
                <a:cs typeface="Calibri"/>
              </a:rPr>
              <a:t>ی</a:t>
            </a:r>
            <a:r>
              <a:rPr dirty="0" baseline="20576" sz="2025" spc="112" b="1">
                <a:latin typeface="Calibri"/>
                <a:cs typeface="Calibri"/>
              </a:rPr>
              <a:t> </a:t>
            </a:r>
            <a:r>
              <a:rPr dirty="0" baseline="-4115" sz="2025" spc="-457" b="1">
                <a:latin typeface="Calibri"/>
                <a:cs typeface="Calibri"/>
              </a:rPr>
              <a:t> </a:t>
            </a:r>
            <a:r>
              <a:rPr dirty="0" baseline="-4115" sz="2025" spc="-172" b="1">
                <a:latin typeface="Calibri"/>
                <a:cs typeface="Calibri"/>
              </a:rPr>
              <a:t> </a:t>
            </a:r>
            <a:r>
              <a:rPr dirty="0" sz="1350" spc="-680" b="1">
                <a:latin typeface="Calibri"/>
                <a:cs typeface="Calibri"/>
              </a:rPr>
              <a:t>ف</a:t>
            </a:r>
            <a:r>
              <a:rPr dirty="0" sz="1350" spc="-90" b="1">
                <a:latin typeface="Calibri"/>
                <a:cs typeface="Calibri"/>
              </a:rPr>
              <a:t> </a:t>
            </a:r>
            <a:r>
              <a:rPr dirty="0" sz="1350" spc="-60" b="1">
                <a:latin typeface="Calibri"/>
                <a:cs typeface="Calibri"/>
              </a:rPr>
              <a:t>ر</a:t>
            </a:r>
            <a:r>
              <a:rPr dirty="0" sz="1350" spc="60" b="1">
                <a:latin typeface="Calibri"/>
                <a:cs typeface="Calibri"/>
              </a:rPr>
              <a:t>و</a:t>
            </a:r>
            <a:r>
              <a:rPr dirty="0" sz="1350" spc="-355" b="1">
                <a:latin typeface="Calibri"/>
                <a:cs typeface="Calibri"/>
              </a:rPr>
              <a:t>ض</a:t>
            </a:r>
            <a:r>
              <a:rPr dirty="0" sz="1350" spc="20" b="1">
                <a:latin typeface="Calibri"/>
                <a:cs typeface="Calibri"/>
              </a:rPr>
              <a:t>ح</a:t>
            </a:r>
            <a:endParaRPr sz="1350">
              <a:latin typeface="Calibri"/>
              <a:cs typeface="Calibri"/>
            </a:endParaRPr>
          </a:p>
          <a:p>
            <a:pPr algn="r" marR="79375">
              <a:lnSpc>
                <a:spcPct val="100000"/>
              </a:lnSpc>
              <a:spcBef>
                <a:spcPts val="1435"/>
              </a:spcBef>
            </a:pPr>
            <a:r>
              <a:rPr dirty="0" sz="1200" spc="-215">
                <a:latin typeface="Calibri"/>
                <a:cs typeface="Calibri"/>
              </a:rPr>
              <a:t>درک</a:t>
            </a:r>
            <a:r>
              <a:rPr dirty="0" sz="1200" spc="-160">
                <a:latin typeface="Calibri"/>
                <a:cs typeface="Calibri"/>
              </a:rPr>
              <a:t> </a:t>
            </a:r>
            <a:r>
              <a:rPr dirty="0" sz="1200" spc="-15">
                <a:latin typeface="Calibri"/>
                <a:cs typeface="Calibri"/>
              </a:rPr>
              <a:t>دهاوخ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مهارف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85">
                <a:latin typeface="Calibri"/>
                <a:cs typeface="Calibri"/>
              </a:rPr>
              <a:t>امش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0">
                <a:latin typeface="Calibri"/>
                <a:cs typeface="Calibri"/>
              </a:rPr>
              <a:t>یارب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ار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35">
                <a:latin typeface="Calibri"/>
                <a:cs typeface="Calibri"/>
              </a:rPr>
              <a:t>یرتلااب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55">
                <a:latin typeface="Calibri"/>
                <a:cs typeface="Calibri"/>
              </a:rPr>
              <a:t>تینما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دنکن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مهارف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80">
                <a:latin typeface="Calibri"/>
                <a:cs typeface="Calibri"/>
              </a:rPr>
              <a:t>ار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365">
                <a:latin typeface="Calibri"/>
                <a:cs typeface="Calibri"/>
              </a:rPr>
              <a:t>گیت</a:t>
            </a:r>
            <a:r>
              <a:rPr dirty="0" baseline="18518" sz="1800" spc="-547">
                <a:latin typeface="Calibri"/>
                <a:cs typeface="Calibri"/>
              </a:rPr>
              <a:t>ی</a:t>
            </a:r>
            <a:r>
              <a:rPr dirty="0" baseline="-4629" sz="1800" spc="277">
                <a:latin typeface="Calibri"/>
                <a:cs typeface="Calibri"/>
              </a:rPr>
              <a:t> </a:t>
            </a:r>
            <a:r>
              <a:rPr dirty="0" sz="1200" spc="-590">
                <a:latin typeface="Calibri"/>
                <a:cs typeface="Calibri"/>
              </a:rPr>
              <a:t>ف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سامت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60">
                <a:latin typeface="Calibri"/>
                <a:cs typeface="Calibri"/>
              </a:rPr>
              <a:t>نودب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405">
                <a:latin typeface="Calibri"/>
                <a:cs typeface="Calibri"/>
              </a:rPr>
              <a:t>سیت</a:t>
            </a:r>
            <a:r>
              <a:rPr dirty="0" baseline="25462" sz="1800" spc="-607">
                <a:latin typeface="Calibri"/>
                <a:cs typeface="Calibri"/>
              </a:rPr>
              <a:t>:</a:t>
            </a:r>
            <a:r>
              <a:rPr dirty="0" baseline="25462" sz="1800" spc="-120">
                <a:latin typeface="Calibri"/>
                <a:cs typeface="Calibri"/>
              </a:rPr>
              <a:t> </a:t>
            </a:r>
            <a:r>
              <a:rPr dirty="0" sz="1200" spc="-170">
                <a:latin typeface="Calibri"/>
                <a:cs typeface="Calibri"/>
              </a:rPr>
              <a:t>سد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380">
                <a:latin typeface="Calibri"/>
                <a:cs typeface="Calibri"/>
              </a:rPr>
              <a:t>هک</a:t>
            </a:r>
            <a:r>
              <a:rPr dirty="0" sz="1200" spc="-140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ب</a:t>
            </a:r>
            <a:r>
              <a:rPr dirty="0" baseline="25462" sz="1800" spc="-555">
                <a:latin typeface="Calibri"/>
                <a:cs typeface="Calibri"/>
              </a:rPr>
              <a:t>:</a:t>
            </a:r>
            <a:r>
              <a:rPr dirty="0" baseline="25462" sz="1800" spc="-44">
                <a:latin typeface="Calibri"/>
                <a:cs typeface="Calibri"/>
              </a:rPr>
              <a:t> </a:t>
            </a:r>
            <a:r>
              <a:rPr dirty="0" sz="1200" spc="-110">
                <a:latin typeface="Calibri"/>
                <a:cs typeface="Calibri"/>
              </a:rPr>
              <a:t>روص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</a:t>
            </a:r>
            <a:endParaRPr sz="1200">
              <a:latin typeface="Calibri"/>
              <a:cs typeface="Calibri"/>
            </a:endParaRPr>
          </a:p>
          <a:p>
            <a:pPr algn="ctr" marR="62865">
              <a:lnSpc>
                <a:spcPct val="100000"/>
              </a:lnSpc>
              <a:spcBef>
                <a:spcPts val="1385"/>
              </a:spcBef>
            </a:pP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راصتخ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-1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ان</a:t>
            </a:r>
            <a:r>
              <a:rPr dirty="0" u="heavy" sz="2000" spc="-3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ع</a:t>
            </a:r>
            <a:r>
              <a:rPr dirty="0" u="heavy" sz="2000" spc="-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P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  <a:p>
            <a:pPr algn="r" marL="443865" marR="80010" indent="-393700">
              <a:lnSpc>
                <a:spcPct val="101699"/>
              </a:lnSpc>
              <a:spcBef>
                <a:spcPts val="1450"/>
              </a:spcBef>
            </a:pPr>
            <a:r>
              <a:rPr dirty="0" sz="1200" spc="-5">
                <a:latin typeface="Calibri"/>
                <a:cs typeface="Calibri"/>
              </a:rPr>
              <a:t>PEAS </a:t>
            </a:r>
            <a:r>
              <a:rPr dirty="0" sz="1200" spc="-114">
                <a:latin typeface="Calibri"/>
                <a:cs typeface="Calibri"/>
              </a:rPr>
              <a:t>ففخم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Performance measure </a:t>
            </a:r>
            <a:r>
              <a:rPr dirty="0" sz="1200" spc="-160">
                <a:latin typeface="Calibri"/>
                <a:cs typeface="Calibri"/>
              </a:rPr>
              <a:t>(درکلمع</a:t>
            </a:r>
            <a:r>
              <a:rPr dirty="0" sz="1200" spc="-155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یت</a:t>
            </a:r>
            <a:r>
              <a:rPr dirty="0" baseline="-4629" sz="1800" spc="-367">
                <a:latin typeface="Calibri"/>
                <a:cs typeface="Calibri"/>
              </a:rPr>
              <a:t> </a:t>
            </a:r>
            <a:r>
              <a:rPr dirty="0" sz="1200" spc="-509">
                <a:latin typeface="Calibri"/>
                <a:cs typeface="Calibri"/>
              </a:rPr>
              <a:t>گ</a:t>
            </a:r>
            <a:r>
              <a:rPr dirty="0" sz="1200" spc="-135">
                <a:latin typeface="Calibri"/>
                <a:cs typeface="Calibri"/>
              </a:rPr>
              <a:t> </a:t>
            </a:r>
            <a:r>
              <a:rPr dirty="0" sz="1200" spc="-114">
                <a:latin typeface="Calibri"/>
                <a:cs typeface="Calibri"/>
              </a:rPr>
              <a:t>هزادنا)</a:t>
            </a:r>
            <a:r>
              <a:rPr dirty="0" sz="1200" spc="-11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،Environment </a:t>
            </a:r>
            <a:r>
              <a:rPr dirty="0" sz="1200" spc="-75">
                <a:latin typeface="Calibri"/>
                <a:cs typeface="Calibri"/>
              </a:rPr>
              <a:t>(طیحم) </a:t>
            </a:r>
            <a:r>
              <a:rPr dirty="0" sz="1200" spc="-5">
                <a:latin typeface="Calibri"/>
                <a:cs typeface="Calibri"/>
              </a:rPr>
              <a:t>،Actuators </a:t>
            </a:r>
            <a:r>
              <a:rPr dirty="0" sz="1200" spc="-135">
                <a:latin typeface="Calibri"/>
                <a:cs typeface="Calibri"/>
              </a:rPr>
              <a:t>(اهرگلمع)</a:t>
            </a:r>
            <a:r>
              <a:rPr dirty="0" sz="1200" spc="-13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،Sensors </a:t>
            </a:r>
            <a:r>
              <a:rPr dirty="0" sz="1200" spc="-260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صرانع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baseline="4629" sz="1800" spc="-104">
                <a:latin typeface="Calibri"/>
                <a:cs typeface="Calibri"/>
              </a:rPr>
              <a:t>.</a:t>
            </a:r>
            <a:r>
              <a:rPr dirty="0" sz="1200" spc="-70">
                <a:latin typeface="Calibri"/>
                <a:cs typeface="Calibri"/>
              </a:rPr>
              <a:t>تسا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 spc="-135">
                <a:latin typeface="Calibri"/>
                <a:cs typeface="Calibri"/>
              </a:rPr>
              <a:t>)اهروسنس(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PEAS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 </a:t>
            </a:r>
            <a:r>
              <a:rPr dirty="0" sz="1200" spc="-270">
                <a:latin typeface="Calibri"/>
                <a:cs typeface="Calibri"/>
              </a:rPr>
              <a:t>لفق</a:t>
            </a:r>
            <a:r>
              <a:rPr dirty="0" sz="1200" spc="-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رد </a:t>
            </a:r>
            <a:r>
              <a:rPr dirty="0" baseline="4629" sz="1800" spc="-179">
                <a:latin typeface="Calibri"/>
                <a:cs typeface="Calibri"/>
              </a:rPr>
              <a:t>.</a:t>
            </a:r>
            <a:r>
              <a:rPr dirty="0" sz="1200" spc="-120">
                <a:latin typeface="Calibri"/>
                <a:cs typeface="Calibri"/>
              </a:rPr>
              <a:t>دنوش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4">
                <a:latin typeface="Calibri"/>
                <a:cs typeface="Calibri"/>
              </a:rPr>
              <a:t>هدافتسا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50">
                <a:latin typeface="Calibri"/>
                <a:cs typeface="Calibri"/>
              </a:rPr>
              <a:t>اهنآ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85">
                <a:latin typeface="Calibri"/>
                <a:cs typeface="Calibri"/>
              </a:rPr>
              <a:t>درکلمع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0">
                <a:latin typeface="Calibri"/>
                <a:cs typeface="Calibri"/>
              </a:rPr>
              <a:t>ی</a:t>
            </a:r>
            <a:r>
              <a:rPr dirty="0" baseline="16203" sz="1800" spc="-375">
                <a:latin typeface="Calibri"/>
                <a:cs typeface="Calibri"/>
              </a:rPr>
              <a:t>ی</a:t>
            </a:r>
            <a:r>
              <a:rPr dirty="0" baseline="-4629" sz="1800" spc="585">
                <a:latin typeface="Calibri"/>
                <a:cs typeface="Calibri"/>
              </a:rPr>
              <a:t> </a:t>
            </a:r>
            <a:r>
              <a:rPr dirty="0" sz="1200" spc="-445">
                <a:latin typeface="Calibri"/>
                <a:cs typeface="Calibri"/>
              </a:rPr>
              <a:t>یعت</a:t>
            </a:r>
            <a:r>
              <a:rPr dirty="0" sz="1200" spc="-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و </a:t>
            </a:r>
            <a:r>
              <a:rPr dirty="0" sz="1200" spc="-114">
                <a:latin typeface="Calibri"/>
                <a:cs typeface="Calibri"/>
              </a:rPr>
              <a:t>دنمشوه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45">
                <a:latin typeface="Calibri"/>
                <a:cs typeface="Calibri"/>
              </a:rPr>
              <a:t>یاه </a:t>
            </a:r>
            <a:r>
              <a:rPr dirty="0" sz="1200" spc="-315">
                <a:latin typeface="Calibri"/>
                <a:cs typeface="Calibri"/>
              </a:rPr>
              <a:t>متسیس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85">
                <a:latin typeface="Calibri"/>
                <a:cs typeface="Calibri"/>
              </a:rPr>
              <a:t>فیرعت </a:t>
            </a:r>
            <a:r>
              <a:rPr dirty="0" sz="1200" spc="-260">
                <a:latin typeface="Calibri"/>
                <a:cs typeface="Calibri"/>
              </a:rPr>
              <a:t> </a:t>
            </a:r>
            <a:r>
              <a:rPr dirty="0" sz="1200" spc="-335">
                <a:latin typeface="Calibri"/>
                <a:cs typeface="Calibri"/>
              </a:rPr>
              <a:t>یارب</a:t>
            </a:r>
            <a:endParaRPr sz="120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25"/>
              </a:spcBef>
            </a:pP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535">
                <a:latin typeface="Calibri"/>
                <a:cs typeface="Calibri"/>
              </a:rPr>
              <a:t>ن</a:t>
            </a:r>
            <a:r>
              <a:rPr dirty="0" sz="1200" spc="-340">
                <a:latin typeface="Calibri"/>
                <a:cs typeface="Calibri"/>
              </a:rPr>
              <a:t>ت</a:t>
            </a:r>
            <a:r>
              <a:rPr dirty="0" baseline="-4629" sz="1800" spc="-405">
                <a:latin typeface="Calibri"/>
                <a:cs typeface="Calibri"/>
              </a:rPr>
              <a:t> </a:t>
            </a:r>
            <a:r>
              <a:rPr dirty="0" baseline="-4629" sz="1800" spc="-157">
                <a:latin typeface="Calibri"/>
                <a:cs typeface="Calibri"/>
              </a:rPr>
              <a:t> </a:t>
            </a:r>
            <a:r>
              <a:rPr dirty="0" sz="1200" spc="-509">
                <a:latin typeface="Calibri"/>
                <a:cs typeface="Calibri"/>
              </a:rPr>
              <a:t>گ</a:t>
            </a:r>
            <a:r>
              <a:rPr dirty="0" sz="1200" spc="-140">
                <a:latin typeface="Calibri"/>
                <a:cs typeface="Calibri"/>
              </a:rPr>
              <a:t> </a:t>
            </a:r>
            <a:r>
              <a:rPr dirty="0" sz="1200" spc="-204">
                <a:latin typeface="Calibri"/>
                <a:cs typeface="Calibri"/>
              </a:rPr>
              <a:t>می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ر</a:t>
            </a:r>
            <a:r>
              <a:rPr dirty="0" sz="1200" spc="-160">
                <a:latin typeface="Calibri"/>
                <a:cs typeface="Calibri"/>
              </a:rPr>
              <a:t>ا</a:t>
            </a:r>
            <a:r>
              <a:rPr dirty="0" sz="1200" spc="45">
                <a:latin typeface="Calibri"/>
                <a:cs typeface="Calibri"/>
              </a:rPr>
              <a:t>ر</a:t>
            </a:r>
            <a:r>
              <a:rPr dirty="0" sz="1200" spc="-320">
                <a:latin typeface="Calibri"/>
                <a:cs typeface="Calibri"/>
              </a:rPr>
              <a:t>ق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370">
                <a:latin typeface="Calibri"/>
                <a:cs typeface="Calibri"/>
              </a:rPr>
              <a:t>ه</a:t>
            </a:r>
            <a:r>
              <a:rPr dirty="0" sz="1200" spc="10">
                <a:latin typeface="Calibri"/>
                <a:cs typeface="Calibri"/>
              </a:rPr>
              <a:t>د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515">
                <a:latin typeface="Calibri"/>
                <a:cs typeface="Calibri"/>
              </a:rPr>
              <a:t>ف</a:t>
            </a:r>
            <a:r>
              <a:rPr dirty="0" sz="1200" spc="-630">
                <a:latin typeface="Calibri"/>
                <a:cs typeface="Calibri"/>
              </a:rPr>
              <a:t>ت</a:t>
            </a:r>
            <a:r>
              <a:rPr dirty="0" sz="1200" spc="-340">
                <a:latin typeface="Calibri"/>
                <a:cs typeface="Calibri"/>
              </a:rPr>
              <a:t>س</a:t>
            </a:r>
            <a:r>
              <a:rPr dirty="0" sz="1200">
                <a:latin typeface="Calibri"/>
                <a:cs typeface="Calibri"/>
              </a:rPr>
              <a:t>ا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80">
                <a:latin typeface="Calibri"/>
                <a:cs typeface="Calibri"/>
              </a:rPr>
              <a:t>د</a:t>
            </a:r>
            <a:r>
              <a:rPr dirty="0" sz="1200" spc="-50">
                <a:latin typeface="Calibri"/>
                <a:cs typeface="Calibri"/>
              </a:rPr>
              <a:t>ر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40">
                <a:latin typeface="Calibri"/>
                <a:cs typeface="Calibri"/>
              </a:rPr>
              <a:t>م</a:t>
            </a:r>
            <a:r>
              <a:rPr dirty="0" sz="1200" spc="-105">
                <a:latin typeface="Calibri"/>
                <a:cs typeface="Calibri"/>
              </a:rPr>
              <a:t> </a:t>
            </a:r>
            <a:r>
              <a:rPr dirty="0" sz="1200" spc="-260">
                <a:latin typeface="Calibri"/>
                <a:cs typeface="Calibri"/>
              </a:rPr>
              <a:t>ص</a:t>
            </a:r>
            <a:r>
              <a:rPr dirty="0" sz="1200" spc="-100">
                <a:latin typeface="Calibri"/>
                <a:cs typeface="Calibri"/>
              </a:rPr>
              <a:t>ر</a:t>
            </a:r>
            <a:r>
              <a:rPr dirty="0" sz="1200" spc="55">
                <a:latin typeface="Calibri"/>
                <a:cs typeface="Calibri"/>
              </a:rPr>
              <a:t>ا</a:t>
            </a:r>
            <a:r>
              <a:rPr dirty="0" sz="1200" spc="-325">
                <a:latin typeface="Calibri"/>
                <a:cs typeface="Calibri"/>
              </a:rPr>
              <a:t>ن</a:t>
            </a:r>
            <a:r>
              <a:rPr dirty="0" sz="1200" spc="-130">
                <a:latin typeface="Calibri"/>
                <a:cs typeface="Calibri"/>
              </a:rPr>
              <a:t>ع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35">
                <a:latin typeface="Calibri"/>
                <a:cs typeface="Calibri"/>
              </a:rPr>
              <a:t>ن</a:t>
            </a:r>
            <a:r>
              <a:rPr dirty="0" sz="1200" spc="-520">
                <a:latin typeface="Calibri"/>
                <a:cs typeface="Calibri"/>
              </a:rPr>
              <a:t>ی</a:t>
            </a:r>
            <a:r>
              <a:rPr dirty="0" sz="1200">
                <a:latin typeface="Calibri"/>
                <a:cs typeface="Calibri"/>
              </a:rPr>
              <a:t>ا</a:t>
            </a:r>
            <a:r>
              <a:rPr dirty="0" sz="1200" spc="-95">
                <a:latin typeface="Calibri"/>
                <a:cs typeface="Calibri"/>
              </a:rPr>
              <a:t> </a:t>
            </a:r>
            <a:r>
              <a:rPr dirty="0" sz="1200" spc="-630">
                <a:latin typeface="Calibri"/>
                <a:cs typeface="Calibri"/>
              </a:rPr>
              <a:t>ت</a:t>
            </a:r>
            <a:r>
              <a:rPr dirty="0" baseline="18518" sz="1800">
                <a:latin typeface="Calibri"/>
                <a:cs typeface="Calibri"/>
              </a:rPr>
              <a:t>ی</a:t>
            </a:r>
            <a:r>
              <a:rPr dirty="0" baseline="18518" sz="1800" spc="22">
                <a:latin typeface="Calibri"/>
                <a:cs typeface="Calibri"/>
              </a:rPr>
              <a:t> </a:t>
            </a:r>
            <a:r>
              <a:rPr dirty="0" baseline="-4629" sz="1800" spc="-405">
                <a:latin typeface="Calibri"/>
                <a:cs typeface="Calibri"/>
              </a:rPr>
              <a:t> </a:t>
            </a:r>
            <a:r>
              <a:rPr dirty="0" baseline="-4629" sz="1800" spc="-157">
                <a:latin typeface="Calibri"/>
                <a:cs typeface="Calibri"/>
              </a:rPr>
              <a:t> </a:t>
            </a:r>
            <a:r>
              <a:rPr dirty="0" sz="1200" spc="-360">
                <a:latin typeface="Calibri"/>
                <a:cs typeface="Calibri"/>
              </a:rPr>
              <a:t>ن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100">
                <a:latin typeface="Calibri"/>
                <a:cs typeface="Calibri"/>
              </a:rPr>
              <a:t>د</a:t>
            </a:r>
            <a:r>
              <a:rPr dirty="0" sz="1200" spc="-325">
                <a:latin typeface="Calibri"/>
                <a:cs typeface="Calibri"/>
              </a:rPr>
              <a:t>ن</a:t>
            </a:r>
            <a:r>
              <a:rPr dirty="0" sz="1200" spc="10">
                <a:latin typeface="Calibri"/>
                <a:cs typeface="Calibri"/>
              </a:rPr>
              <a:t>م</a:t>
            </a:r>
            <a:r>
              <a:rPr dirty="0" sz="1200" spc="-385">
                <a:latin typeface="Calibri"/>
                <a:cs typeface="Calibri"/>
              </a:rPr>
              <a:t>ش</a:t>
            </a:r>
            <a:r>
              <a:rPr dirty="0" sz="1200" spc="50">
                <a:latin typeface="Calibri"/>
                <a:cs typeface="Calibri"/>
              </a:rPr>
              <a:t>و</a:t>
            </a:r>
            <a:r>
              <a:rPr dirty="0" sz="1200" spc="-170">
                <a:latin typeface="Calibri"/>
                <a:cs typeface="Calibri"/>
              </a:rPr>
              <a:t>ه</a:t>
            </a: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340" y="4826000"/>
            <a:ext cx="6428105" cy="4596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90"/>
              </a:spcBef>
            </a:pPr>
            <a:r>
              <a:rPr dirty="0" u="heavy" sz="2000" spc="-4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ص</a:t>
            </a:r>
            <a:r>
              <a:rPr dirty="0" u="heavy" sz="2000" spc="-1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</a:t>
            </a:r>
            <a:r>
              <a:rPr dirty="0" u="heavy" sz="2000" spc="1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4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2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ع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1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P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S</a:t>
            </a:r>
            <a:r>
              <a:rPr dirty="0" u="heavy" sz="2000" spc="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2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2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رد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0">
              <a:latin typeface="Calibri"/>
              <a:cs typeface="Calibri"/>
            </a:endParaRPr>
          </a:p>
          <a:p>
            <a:pPr algn="r" marR="43815">
              <a:lnSpc>
                <a:spcPct val="100000"/>
              </a:lnSpc>
            </a:pP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لیصا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لصا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راهچ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اهنیا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Security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Access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،Ease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of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Use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،Protection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ففخم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PEAS</a:t>
            </a:r>
            <a:endParaRPr sz="1500">
              <a:latin typeface="Calibri"/>
              <a:cs typeface="Calibri"/>
            </a:endParaRPr>
          </a:p>
          <a:p>
            <a:pPr algn="r" marR="4318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3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96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رظن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7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4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endParaRPr sz="1500">
              <a:latin typeface="Calibri"/>
              <a:cs typeface="Calibri"/>
            </a:endParaRPr>
          </a:p>
          <a:p>
            <a:pPr marL="184150">
              <a:lnSpc>
                <a:spcPct val="100000"/>
              </a:lnSpc>
              <a:spcBef>
                <a:spcPts val="455"/>
              </a:spcBef>
            </a:pP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زاجمت</a:t>
            </a:r>
            <a:r>
              <a:rPr dirty="0" baseline="-5555" sz="2250" spc="-2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غ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دورو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راکلحم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Protection</a:t>
            </a:r>
            <a:r>
              <a:rPr dirty="0" sz="1500" spc="3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499109">
              <a:lnSpc>
                <a:spcPct val="100000"/>
              </a:lnSpc>
              <a:spcBef>
                <a:spcPts val="455"/>
              </a:spcBef>
            </a:pP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،تشگنا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هتفش</a:t>
            </a:r>
            <a:r>
              <a:rPr dirty="0" baseline="18518" sz="2250" spc="-10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15">
                <a:solidFill>
                  <a:srgbClr val="1F1F1F"/>
                </a:solidFill>
                <a:latin typeface="Calibri"/>
                <a:cs typeface="Calibri"/>
              </a:rPr>
              <a:t>یپ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یروانف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endParaRPr sz="1500">
              <a:latin typeface="Calibri"/>
              <a:cs typeface="Calibri"/>
            </a:endParaRPr>
          </a:p>
          <a:p>
            <a:pPr algn="r" marR="501015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نس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شور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نما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،دننک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endParaRPr sz="1500">
              <a:latin typeface="Calibri"/>
              <a:cs typeface="Calibri"/>
            </a:endParaRPr>
          </a:p>
          <a:p>
            <a:pPr marL="165735">
              <a:lnSpc>
                <a:spcPct val="100000"/>
              </a:lnSpc>
              <a:spcBef>
                <a:spcPts val="459"/>
              </a:spcBef>
            </a:pP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3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دشاب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اسآ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Ease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of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Use  </a:t>
            </a:r>
            <a:r>
              <a:rPr dirty="0" sz="1500" spc="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75755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دنراد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یرت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ناسآ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،دننک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ابیتشپ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ریاس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endParaRPr sz="1500">
              <a:latin typeface="Calibri"/>
              <a:cs typeface="Calibri"/>
            </a:endParaRPr>
          </a:p>
          <a:p>
            <a:pPr marL="482600">
              <a:lnSpc>
                <a:spcPct val="100000"/>
              </a:lnSpc>
              <a:spcBef>
                <a:spcPts val="455"/>
              </a:spcBef>
            </a:pP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3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دشاب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9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4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لباق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حار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Access  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650875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1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دنراد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یرت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ناسآ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،دننک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41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12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ابیتشپ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لاتیجید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یاهدیلک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endParaRPr sz="1500">
              <a:latin typeface="Calibri"/>
              <a:cs typeface="Calibri"/>
            </a:endParaRPr>
          </a:p>
          <a:p>
            <a:pPr marL="114300">
              <a:lnSpc>
                <a:spcPct val="100000"/>
              </a:lnSpc>
              <a:spcBef>
                <a:spcPts val="459"/>
              </a:spcBef>
            </a:pP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تیوه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زارحا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تاعلاطا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Security</a:t>
            </a:r>
            <a:r>
              <a:rPr dirty="0" sz="1500" spc="350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16903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دنراد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5">
                <a:solidFill>
                  <a:srgbClr val="1F1F1F"/>
                </a:solidFill>
                <a:latin typeface="Calibri"/>
                <a:cs typeface="Calibri"/>
              </a:rPr>
              <a:t>شیب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،دننکمی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ابیتشپ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گژیو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ریاس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endParaRPr sz="1500">
              <a:latin typeface="Calibri"/>
              <a:cs typeface="Calibri"/>
            </a:endParaRPr>
          </a:p>
          <a:p>
            <a:pPr marL="501015">
              <a:lnSpc>
                <a:spcPct val="100000"/>
              </a:lnSpc>
              <a:spcBef>
                <a:spcPts val="455"/>
              </a:spcBef>
            </a:pP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دیوش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27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›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مطم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دیت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40">
                <a:solidFill>
                  <a:srgbClr val="1F1F1F"/>
                </a:solidFill>
                <a:latin typeface="Calibri"/>
                <a:cs typeface="Calibri"/>
              </a:rPr>
              <a:t>گب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رظن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لصا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راهچ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مهم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،دنمشوه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دیرخ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0">
                <a:solidFill>
                  <a:srgbClr val="1F1F1F"/>
                </a:solidFill>
                <a:latin typeface="Calibri"/>
                <a:cs typeface="Calibri"/>
              </a:rPr>
              <a:t>ماگنه</a:t>
            </a:r>
            <a:endParaRPr sz="1500">
              <a:latin typeface="Calibri"/>
              <a:cs typeface="Calibri"/>
            </a:endParaRPr>
          </a:p>
          <a:p>
            <a:pPr algn="r" marR="4318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9259" sz="2250" spc="17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endParaRPr sz="1500">
              <a:latin typeface="Calibri"/>
              <a:cs typeface="Calibri"/>
            </a:endParaRPr>
          </a:p>
          <a:p>
            <a:pPr algn="r" marR="46990">
              <a:lnSpc>
                <a:spcPct val="100000"/>
              </a:lnSpc>
              <a:spcBef>
                <a:spcPts val="1480"/>
              </a:spcBef>
            </a:pPr>
            <a:r>
              <a:rPr dirty="0" sz="120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908" y="682487"/>
            <a:ext cx="6520815" cy="8799195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marL="223520">
              <a:lnSpc>
                <a:spcPct val="100000"/>
              </a:lnSpc>
              <a:spcBef>
                <a:spcPts val="1145"/>
              </a:spcBef>
            </a:pPr>
            <a:r>
              <a:rPr dirty="0" u="heavy" sz="2000" spc="-25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صرانع</a:t>
            </a:r>
            <a:r>
              <a:rPr dirty="0" u="heavy" sz="2000" spc="-1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زا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4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هدافتسا</a:t>
            </a:r>
            <a:r>
              <a:rPr dirty="0" u="heavy" sz="2000" spc="-4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دراوم</a:t>
            </a:r>
            <a:r>
              <a:rPr dirty="0" u="heavy" sz="2000" spc="-1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زا</a:t>
            </a:r>
            <a:r>
              <a:rPr dirty="0" u="heavy" sz="2000" spc="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لیمع</a:t>
            </a:r>
            <a:r>
              <a:rPr dirty="0" u="heavy" sz="2000" spc="-1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یاه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2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لاثم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PEAS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دنمشوه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یاه</a:t>
            </a:r>
            <a:r>
              <a:rPr dirty="0" u="heavy" sz="2000" spc="-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4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لفق</a:t>
            </a:r>
            <a:r>
              <a:rPr dirty="0" u="heavy" sz="2000" spc="-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رد</a:t>
            </a:r>
            <a:endParaRPr sz="2000">
              <a:latin typeface="Calibri"/>
              <a:cs typeface="Calibri"/>
            </a:endParaRPr>
          </a:p>
          <a:p>
            <a:pPr algn="r" marR="107950">
              <a:lnSpc>
                <a:spcPct val="100000"/>
              </a:lnSpc>
              <a:spcBef>
                <a:spcPts val="815"/>
              </a:spcBef>
            </a:pP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Protection</a:t>
            </a:r>
            <a:endParaRPr sz="1500">
              <a:latin typeface="Calibri"/>
              <a:cs typeface="Calibri"/>
            </a:endParaRPr>
          </a:p>
          <a:p>
            <a:pPr marL="3620135">
              <a:lnSpc>
                <a:spcPct val="100000"/>
              </a:lnSpc>
              <a:spcBef>
                <a:spcPts val="459"/>
              </a:spcBef>
            </a:pP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01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8518" sz="2250" spc="-149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پ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73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L="220979" marR="106680" indent="-107314">
              <a:lnSpc>
                <a:spcPct val="124900"/>
              </a:lnSpc>
              <a:spcBef>
                <a:spcPts val="5"/>
              </a:spcBef>
            </a:pP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،تشگنا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هتفش</a:t>
            </a:r>
            <a:r>
              <a:rPr dirty="0" baseline="18518" sz="2250" spc="-10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15">
                <a:solidFill>
                  <a:srgbClr val="1F1F1F"/>
                </a:solidFill>
                <a:latin typeface="Calibri"/>
                <a:cs typeface="Calibri"/>
              </a:rPr>
              <a:t>یپ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یروانف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زاجمت</a:t>
            </a:r>
            <a:r>
              <a:rPr dirty="0" baseline="-5555" sz="2250" spc="-15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غ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دورو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راکلحم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اسانش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درف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صرحنم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یاهوگلا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اسانش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تروص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5">
                <a:solidFill>
                  <a:srgbClr val="1F1F1F"/>
                </a:solidFill>
                <a:latin typeface="Calibri"/>
                <a:cs typeface="Calibri"/>
              </a:rPr>
              <a:t>کیت</a:t>
            </a:r>
            <a:r>
              <a:rPr dirty="0" baseline="24074" sz="2250" spc="-63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مویب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هرهچ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endParaRPr sz="1500">
              <a:latin typeface="Calibri"/>
              <a:cs typeface="Calibri"/>
            </a:endParaRPr>
          </a:p>
          <a:p>
            <a:pPr algn="r" marR="107314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هداد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endParaRPr sz="1500">
              <a:latin typeface="Calibri"/>
              <a:cs typeface="Calibri"/>
            </a:endParaRPr>
          </a:p>
          <a:p>
            <a:pPr marL="138430" marR="106680" indent="3703954">
              <a:lnSpc>
                <a:spcPct val="124900"/>
              </a:lnSpc>
              <a:spcBef>
                <a:spcPts val="10"/>
              </a:spcBef>
            </a:pPr>
            <a:r>
              <a:rPr dirty="0" sz="1500" spc="-65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-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14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ژ</a:t>
            </a:r>
            <a:r>
              <a:rPr dirty="0" sz="1500" spc="-72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r>
              <a:rPr dirty="0" sz="100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اضا</a:t>
            </a:r>
            <a:r>
              <a:rPr dirty="0" sz="1500" spc="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5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نچمه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8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دکندرک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دراو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زاین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هفاضا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اضا</a:t>
            </a:r>
            <a:r>
              <a:rPr dirty="0" sz="1500" spc="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هیلا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 </a:t>
            </a:r>
            <a:r>
              <a:rPr dirty="0" baseline="18518" sz="2250" spc="-48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کوکشم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تیلاعف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عوقو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تروص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یاهرادشه</a:t>
            </a:r>
            <a:r>
              <a:rPr dirty="0" sz="150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8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دراد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یرگید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قیرط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endParaRPr sz="1500">
              <a:latin typeface="Calibri"/>
              <a:cs typeface="Calibri"/>
            </a:endParaRPr>
          </a:p>
          <a:p>
            <a:pPr algn="r" marR="1079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علطم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تسردان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دککی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شلات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endParaRPr sz="1500">
              <a:latin typeface="Calibri"/>
              <a:cs typeface="Calibri"/>
            </a:endParaRPr>
          </a:p>
          <a:p>
            <a:pPr algn="r" marR="104139">
              <a:lnSpc>
                <a:spcPct val="100000"/>
              </a:lnSpc>
              <a:spcBef>
                <a:spcPts val="434"/>
              </a:spcBef>
            </a:pP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Ease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of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Use</a:t>
            </a:r>
            <a:endParaRPr sz="1500">
              <a:latin typeface="Calibri"/>
              <a:cs typeface="Calibri"/>
            </a:endParaRPr>
          </a:p>
          <a:p>
            <a:pPr marL="2080260">
              <a:lnSpc>
                <a:spcPct val="100000"/>
              </a:lnSpc>
              <a:spcBef>
                <a:spcPts val="455"/>
              </a:spcBef>
            </a:pP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ریاس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L="141605" marR="106680" indent="124460">
              <a:lnSpc>
                <a:spcPct val="125299"/>
              </a:lnSpc>
            </a:pP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دننکراک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ریاس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قیرط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نکرود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ناسآ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endParaRPr sz="1500">
              <a:latin typeface="Calibri"/>
              <a:cs typeface="Calibri"/>
            </a:endParaRPr>
          </a:p>
          <a:p>
            <a:pPr algn="r" marR="10668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endParaRPr sz="1500">
              <a:latin typeface="Calibri"/>
              <a:cs typeface="Calibri"/>
            </a:endParaRPr>
          </a:p>
          <a:p>
            <a:pPr algn="r" marR="335915">
              <a:lnSpc>
                <a:spcPct val="100000"/>
              </a:lnSpc>
              <a:spcBef>
                <a:spcPts val="455"/>
              </a:spcBef>
            </a:pP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5">
                <a:solidFill>
                  <a:srgbClr val="1F1F1F"/>
                </a:solidFill>
                <a:latin typeface="Calibri"/>
                <a:cs typeface="Calibri"/>
              </a:rPr>
              <a:t>سی</a:t>
            </a:r>
            <a:r>
              <a:rPr dirty="0" sz="1500" spc="-4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14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ژ</a:t>
            </a:r>
            <a:r>
              <a:rPr dirty="0" sz="1500" spc="-72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106680">
              <a:lnSpc>
                <a:spcPct val="100000"/>
              </a:lnSpc>
              <a:spcBef>
                <a:spcPts val="455"/>
              </a:spcBef>
            </a:pP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یدورو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یاهدک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لاتیجید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یاهدیلک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هداس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7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r" marR="10858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43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دننکرت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ناسآ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endParaRPr sz="1500">
              <a:latin typeface="Calibri"/>
              <a:cs typeface="Calibri"/>
            </a:endParaRPr>
          </a:p>
          <a:p>
            <a:pPr algn="r" marR="106680">
              <a:lnSpc>
                <a:spcPct val="100000"/>
              </a:lnSpc>
              <a:spcBef>
                <a:spcPts val="434"/>
              </a:spcBef>
            </a:pP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Access</a:t>
            </a:r>
            <a:endParaRPr sz="1500">
              <a:latin typeface="Calibri"/>
              <a:cs typeface="Calibri"/>
            </a:endParaRPr>
          </a:p>
          <a:p>
            <a:pPr algn="r" marR="335915">
              <a:lnSpc>
                <a:spcPct val="100000"/>
              </a:lnSpc>
              <a:spcBef>
                <a:spcPts val="455"/>
              </a:spcBef>
            </a:pP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5">
                <a:solidFill>
                  <a:srgbClr val="1F1F1F"/>
                </a:solidFill>
                <a:latin typeface="Calibri"/>
                <a:cs typeface="Calibri"/>
              </a:rPr>
              <a:t>سی</a:t>
            </a:r>
            <a:r>
              <a:rPr dirty="0" sz="1500" spc="-4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14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ژ</a:t>
            </a:r>
            <a:r>
              <a:rPr dirty="0" sz="1500" spc="-72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106680">
              <a:lnSpc>
                <a:spcPct val="100000"/>
              </a:lnSpc>
              <a:spcBef>
                <a:spcPts val="455"/>
              </a:spcBef>
            </a:pP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لاتیجید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یاهدیلک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7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r" marR="10668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44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دننکرت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ناسآ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دیتسه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اجکره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endParaRPr sz="1500">
              <a:latin typeface="Calibri"/>
              <a:cs typeface="Calibri"/>
            </a:endParaRPr>
          </a:p>
          <a:p>
            <a:pPr marL="3687445">
              <a:lnSpc>
                <a:spcPct val="100000"/>
              </a:lnSpc>
              <a:spcBef>
                <a:spcPts val="430"/>
              </a:spcBef>
            </a:pPr>
            <a:r>
              <a:rPr dirty="0" sz="1500" spc="-459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0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65">
                <a:solidFill>
                  <a:srgbClr val="1F1F1F"/>
                </a:solidFill>
                <a:latin typeface="Calibri"/>
                <a:cs typeface="Calibri"/>
              </a:rPr>
              <a:t>سی</a:t>
            </a:r>
            <a:r>
              <a:rPr dirty="0" sz="1500" spc="-4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14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ژ</a:t>
            </a:r>
            <a:r>
              <a:rPr dirty="0" sz="1500" spc="-72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28905" marR="106680" indent="237490">
              <a:lnSpc>
                <a:spcPct val="125299"/>
              </a:lnSpc>
            </a:pP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یدورو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یاهدک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لاتیجید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یاهدیلک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قوم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7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نارگید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تقوم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دنهد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ناکما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endParaRPr sz="1500">
              <a:latin typeface="Calibri"/>
              <a:cs typeface="Calibri"/>
            </a:endParaRPr>
          </a:p>
          <a:p>
            <a:pPr algn="r" marL="5782310" marR="106680" indent="191770">
              <a:lnSpc>
                <a:spcPct val="124000"/>
              </a:lnSpc>
              <a:spcBef>
                <a:spcPts val="25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ب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e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c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ur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i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t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31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8366" y="809294"/>
            <a:ext cx="6449695" cy="460184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667760">
              <a:lnSpc>
                <a:spcPct val="100000"/>
              </a:lnSpc>
              <a:spcBef>
                <a:spcPts val="550"/>
              </a:spcBef>
            </a:pP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76860" marR="93980" indent="-131445">
              <a:lnSpc>
                <a:spcPts val="2260"/>
              </a:lnSpc>
              <a:spcBef>
                <a:spcPts val="150"/>
              </a:spcBef>
            </a:pP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قیرط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دکندرک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دراو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زاین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هفاضا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اضا</a:t>
            </a:r>
            <a:r>
              <a:rPr dirty="0" sz="1500" spc="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5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هیلا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تیوه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زارحا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زمر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رگا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ح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دهد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شیازفا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رما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8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دراد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یرگید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endParaRPr sz="1500">
              <a:latin typeface="Calibri"/>
              <a:cs typeface="Calibri"/>
            </a:endParaRPr>
          </a:p>
          <a:p>
            <a:pPr marL="3094355">
              <a:lnSpc>
                <a:spcPct val="100000"/>
              </a:lnSpc>
              <a:spcBef>
                <a:spcPts val="305"/>
              </a:spcBef>
            </a:pPr>
            <a:r>
              <a:rPr dirty="0" baseline="3703" sz="2250" spc="-4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دینکزاب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مین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مه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زونه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،دینک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دراو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هابتشا</a:t>
            </a:r>
            <a:endParaRPr sz="1500">
              <a:latin typeface="Calibri"/>
              <a:cs typeface="Calibri"/>
            </a:endParaRPr>
          </a:p>
          <a:p>
            <a:pPr marL="4689475">
              <a:lnSpc>
                <a:spcPct val="100000"/>
              </a:lnSpc>
              <a:spcBef>
                <a:spcPts val="430"/>
              </a:spcBef>
            </a:pP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68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76200">
              <a:lnSpc>
                <a:spcPct val="100000"/>
              </a:lnSpc>
              <a:spcBef>
                <a:spcPts val="455"/>
              </a:spcBef>
            </a:pP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هداد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endParaRPr sz="1500">
              <a:latin typeface="Calibri"/>
              <a:cs typeface="Calibri"/>
            </a:endParaRPr>
          </a:p>
          <a:p>
            <a:pPr algn="r" marR="9398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زاجمت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غ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ضخش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تاعلاطا</a:t>
            </a:r>
            <a:endParaRPr sz="1500">
              <a:latin typeface="Calibri"/>
              <a:cs typeface="Calibri"/>
            </a:endParaRPr>
          </a:p>
          <a:p>
            <a:pPr marL="31686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2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هدش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هدروآ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PEAS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صرانع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هوحن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صاخ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لاثم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دنچ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اجنیا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endParaRPr sz="1500">
              <a:latin typeface="Calibri"/>
              <a:cs typeface="Calibri"/>
            </a:endParaRPr>
          </a:p>
          <a:p>
            <a:pPr marL="276860">
              <a:lnSpc>
                <a:spcPct val="100000"/>
              </a:lnSpc>
              <a:spcBef>
                <a:spcPts val="430"/>
              </a:spcBef>
            </a:pP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تشگنا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رثا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6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23164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غ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endParaRPr sz="1500">
              <a:latin typeface="Calibri"/>
              <a:cs typeface="Calibri"/>
            </a:endParaRPr>
          </a:p>
          <a:p>
            <a:pPr algn="r" marR="321310">
              <a:lnSpc>
                <a:spcPct val="100000"/>
              </a:lnSpc>
              <a:spcBef>
                <a:spcPts val="455"/>
              </a:spcBef>
            </a:pP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رود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لت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9">
                <a:solidFill>
                  <a:srgbClr val="1F1F1F"/>
                </a:solidFill>
                <a:latin typeface="Calibri"/>
                <a:cs typeface="Calibri"/>
              </a:rPr>
              <a:t>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رگید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6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4927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endParaRPr sz="1500">
              <a:latin typeface="Calibri"/>
              <a:cs typeface="Calibri"/>
            </a:endParaRPr>
          </a:p>
          <a:p>
            <a:pPr algn="r" marR="321310">
              <a:lnSpc>
                <a:spcPct val="100000"/>
              </a:lnSpc>
              <a:spcBef>
                <a:spcPts val="430"/>
              </a:spcBef>
            </a:pP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نانامهم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طسوت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لاتیجید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یاهدیلکزا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موس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6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5181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algn="r" marR="92710">
              <a:lnSpc>
                <a:spcPct val="100000"/>
              </a:lnSpc>
              <a:spcBef>
                <a:spcPts val="455"/>
              </a:spcBef>
            </a:pP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9259" sz="2250" spc="-20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سانم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دیوش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20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›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مطم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،دنمشوه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دیرخ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ماگنه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لصا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راهچ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15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فرگرظن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endParaRPr sz="1500">
              <a:latin typeface="Calibri"/>
              <a:cs typeface="Calibri"/>
            </a:endParaRPr>
          </a:p>
          <a:p>
            <a:pPr algn="r" marR="9207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32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0252" y="682487"/>
            <a:ext cx="6356350" cy="3369310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algn="ctr" marR="36195">
              <a:lnSpc>
                <a:spcPct val="100000"/>
              </a:lnSpc>
              <a:spcBef>
                <a:spcPts val="1145"/>
              </a:spcBef>
            </a:pPr>
            <a:r>
              <a:rPr dirty="0" u="heavy" sz="2000" spc="1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2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2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رد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4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1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1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99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گ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5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ج</a:t>
            </a:r>
            <a:r>
              <a:rPr dirty="0" u="heavy" sz="2000" spc="-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ت</a:t>
            </a:r>
            <a:r>
              <a:rPr dirty="0" u="heavy" sz="2000" spc="-20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سج</a:t>
            </a:r>
            <a:endParaRPr sz="2000">
              <a:latin typeface="Calibri"/>
              <a:cs typeface="Calibri"/>
            </a:endParaRPr>
          </a:p>
          <a:p>
            <a:pPr algn="just" marL="38100" marR="30480" indent="3802379">
              <a:lnSpc>
                <a:spcPct val="125400"/>
              </a:lnSpc>
              <a:spcBef>
                <a:spcPts val="355"/>
              </a:spcBef>
            </a:pPr>
            <a:r>
              <a:rPr dirty="0" sz="1500" spc="1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6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وج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  </a:t>
            </a:r>
            <a:r>
              <a:rPr dirty="0" sz="1500" spc="-865">
                <a:solidFill>
                  <a:srgbClr val="1F1F1F"/>
                </a:solidFill>
                <a:latin typeface="Calibri"/>
                <a:cs typeface="Calibri"/>
              </a:rPr>
              <a:t>سی</a:t>
            </a:r>
            <a:r>
              <a:rPr dirty="0" baseline="22222" sz="2250" spc="-12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ور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نودب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شلات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یانعم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دیلک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شلات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لماش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زاجم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هدنزاس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طسوت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0">
                <a:solidFill>
                  <a:srgbClr val="1F1F1F"/>
                </a:solidFill>
                <a:latin typeface="Calibri"/>
                <a:cs typeface="Calibri"/>
              </a:rPr>
              <a:t>هک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شلات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شوگ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چیپ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یرازبا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شلات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،لیعج</a:t>
            </a:r>
            <a:endParaRPr sz="1500">
              <a:latin typeface="Calibri"/>
              <a:cs typeface="Calibri"/>
            </a:endParaRPr>
          </a:p>
          <a:p>
            <a:pPr algn="just" marL="222123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3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دشاب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Brute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Force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تلامح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یرازفا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مرن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شور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endParaRPr sz="1500">
              <a:latin typeface="Calibri"/>
              <a:cs typeface="Calibri"/>
            </a:endParaRPr>
          </a:p>
          <a:p>
            <a:pPr marL="177800" marR="30480" indent="20955">
              <a:lnSpc>
                <a:spcPct val="125299"/>
              </a:lnSpc>
            </a:pPr>
            <a:r>
              <a:rPr dirty="0" baseline="3703" sz="2250" spc="-17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دوش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نآ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9">
                <a:solidFill>
                  <a:srgbClr val="1F1F1F"/>
                </a:solidFill>
                <a:latin typeface="Calibri"/>
                <a:cs typeface="Calibri"/>
              </a:rPr>
              <a:t>سکش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بیسآ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رجنم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یوجتسج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7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راکلحم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هناخ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دهد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هزاجا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ناقراس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دوش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ضقن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رجنم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6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endParaRPr sz="1500">
              <a:latin typeface="Calibri"/>
              <a:cs typeface="Calibri"/>
            </a:endParaRPr>
          </a:p>
          <a:p>
            <a:pPr algn="r" marL="306070" marR="30480" indent="5424170">
              <a:lnSpc>
                <a:spcPct val="124200"/>
              </a:lnSpc>
              <a:spcBef>
                <a:spcPts val="20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اد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پ 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ریز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طیایتحا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تامادقا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مهم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،دنمشوه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گولج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endParaRPr sz="1500">
              <a:latin typeface="Calibri"/>
              <a:cs typeface="Calibri"/>
            </a:endParaRPr>
          </a:p>
          <a:p>
            <a:pPr algn="r" marR="317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5944" y="3950970"/>
            <a:ext cx="6231890" cy="32442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22095">
              <a:lnSpc>
                <a:spcPts val="1415"/>
              </a:lnSpc>
              <a:spcBef>
                <a:spcPts val="110"/>
              </a:spcBef>
            </a:pPr>
            <a:r>
              <a:rPr dirty="0" sz="1500" spc="-9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210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endParaRPr sz="1500">
              <a:latin typeface="Calibri"/>
              <a:cs typeface="Calibri"/>
            </a:endParaRPr>
          </a:p>
          <a:p>
            <a:pPr marL="217170">
              <a:lnSpc>
                <a:spcPts val="1415"/>
              </a:lnSpc>
            </a:pP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گژیو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هتفش</a:t>
            </a:r>
            <a:r>
              <a:rPr dirty="0" baseline="18518" sz="2250" spc="-10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15">
                <a:solidFill>
                  <a:srgbClr val="1F1F1F"/>
                </a:solidFill>
                <a:latin typeface="Calibri"/>
                <a:cs typeface="Calibri"/>
              </a:rPr>
              <a:t>یپ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گژیو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0861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484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8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آ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لام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51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endParaRPr sz="1500">
              <a:latin typeface="Calibri"/>
              <a:cs typeface="Calibri"/>
            </a:endParaRPr>
          </a:p>
          <a:p>
            <a:pPr marL="107314">
              <a:lnSpc>
                <a:spcPct val="100000"/>
              </a:lnSpc>
              <a:spcBef>
                <a:spcPts val="434"/>
              </a:spcBef>
            </a:pP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4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کاراک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8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لقادح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یروبع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داجیا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یوق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650364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اهدامن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دادعا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،کچوک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فورح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،گرزب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فورح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9259" sz="2250" spc="-62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یکرت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لماش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endParaRPr sz="150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455"/>
              </a:spcBef>
            </a:pP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کمکزاجمت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غ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دارفا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-5555" sz="2250" spc="-26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گولج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دیهد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یغت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مظنم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31051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endParaRPr sz="1500">
              <a:latin typeface="Calibri"/>
              <a:cs typeface="Calibri"/>
            </a:endParaRPr>
          </a:p>
          <a:p>
            <a:pPr marL="101600">
              <a:lnSpc>
                <a:spcPct val="100000"/>
              </a:lnSpc>
              <a:spcBef>
                <a:spcPts val="430"/>
              </a:spcBef>
            </a:pP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تیوه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زارحا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تیوه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زارحا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اضا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 spc="-204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77800">
              <a:lnSpc>
                <a:spcPct val="100000"/>
              </a:lnSpc>
              <a:spcBef>
                <a:spcPts val="459"/>
              </a:spcBef>
            </a:pP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یرگید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قیرط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دییأت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دکندرک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دراو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زاین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هفاضا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-17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اضا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هیلا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endParaRPr sz="1500">
              <a:latin typeface="Calibri"/>
              <a:cs typeface="Calibri"/>
            </a:endParaRPr>
          </a:p>
          <a:p>
            <a:pPr algn="r" marR="3111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8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دراد</a:t>
            </a:r>
            <a:endParaRPr sz="1500">
              <a:latin typeface="Calibri"/>
              <a:cs typeface="Calibri"/>
            </a:endParaRPr>
          </a:p>
          <a:p>
            <a:pPr algn="ctr" marL="43180">
              <a:lnSpc>
                <a:spcPct val="100000"/>
              </a:lnSpc>
              <a:spcBef>
                <a:spcPts val="455"/>
              </a:spcBef>
            </a:pP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یرازفا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مرن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4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ومعم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هدنزاس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دیراد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هگن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زور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L="61594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دوبهب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تلااکشا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0">
                <a:solidFill>
                  <a:srgbClr val="1F1F1F"/>
                </a:solidFill>
                <a:latin typeface="Calibri"/>
                <a:cs typeface="Calibri"/>
              </a:rPr>
              <a:t>عفر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لماش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8518" sz="2250" spc="-9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5268" y="7169327"/>
            <a:ext cx="6230620" cy="231203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550"/>
              </a:spcBef>
            </a:pP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،طیایتحا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تامادقا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ماجنا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endParaRPr sz="1500">
              <a:latin typeface="Calibri"/>
              <a:cs typeface="Calibri"/>
            </a:endParaRPr>
          </a:p>
          <a:p>
            <a:pPr algn="r" marL="2352040" marR="30480" indent="3000375">
              <a:lnSpc>
                <a:spcPts val="2260"/>
              </a:lnSpc>
              <a:spcBef>
                <a:spcPts val="150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459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  </a:t>
            </a:r>
            <a:r>
              <a:rPr dirty="0" sz="1500" spc="10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6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آ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1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endParaRPr sz="1500">
              <a:latin typeface="Calibri"/>
              <a:cs typeface="Calibri"/>
            </a:endParaRPr>
          </a:p>
          <a:p>
            <a:pPr algn="r" marR="31750">
              <a:lnSpc>
                <a:spcPts val="1510"/>
              </a:lnSpc>
              <a:spcBef>
                <a:spcPts val="280"/>
              </a:spcBef>
            </a:pP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هدش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هدروآ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-5555" sz="2250" spc="-2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گولج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دنچ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اجنیا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endParaRPr sz="1500">
              <a:latin typeface="Calibri"/>
              <a:cs typeface="Calibri"/>
            </a:endParaRPr>
          </a:p>
          <a:p>
            <a:pPr marL="1343025">
              <a:lnSpc>
                <a:spcPts val="1130"/>
              </a:lnSpc>
            </a:pPr>
            <a:r>
              <a:rPr dirty="0" sz="1500" spc="-9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210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endParaRPr sz="1500">
              <a:latin typeface="Calibri"/>
              <a:cs typeface="Calibri"/>
            </a:endParaRPr>
          </a:p>
          <a:p>
            <a:pPr marL="38100">
              <a:lnSpc>
                <a:spcPts val="1415"/>
              </a:lnSpc>
            </a:pP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گژیو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هتفش</a:t>
            </a:r>
            <a:r>
              <a:rPr dirty="0" baseline="18518" sz="2250" spc="-10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15">
                <a:solidFill>
                  <a:srgbClr val="1F1F1F"/>
                </a:solidFill>
                <a:latin typeface="Calibri"/>
                <a:cs typeface="Calibri"/>
              </a:rPr>
              <a:t>یپ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گژیو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486409">
              <a:lnSpc>
                <a:spcPct val="100000"/>
              </a:lnSpc>
              <a:spcBef>
                <a:spcPts val="455"/>
              </a:spcBef>
            </a:pP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baseline="38888" sz="2250" spc="-6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ژیو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دنهد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شیازفا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تلامح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r" marR="48768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5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دنترابع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دننککمک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گولج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هتفش</a:t>
            </a:r>
            <a:r>
              <a:rPr dirty="0" baseline="18518" sz="2250" spc="-10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15">
                <a:solidFill>
                  <a:srgbClr val="1F1F1F"/>
                </a:solidFill>
                <a:latin typeface="Calibri"/>
                <a:cs typeface="Calibri"/>
              </a:rPr>
              <a:t>یپ</a:t>
            </a:r>
            <a:endParaRPr sz="1500">
              <a:latin typeface="Calibri"/>
              <a:cs typeface="Calibri"/>
            </a:endParaRPr>
          </a:p>
          <a:p>
            <a:pPr marL="36449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تظفاحم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زاجمت</a:t>
            </a:r>
            <a:r>
              <a:rPr dirty="0" baseline="-5555" sz="2250" spc="-2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غ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هداد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r>
              <a:rPr dirty="0" sz="1500" spc="5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33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1992" y="809294"/>
            <a:ext cx="6391275" cy="460184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02260">
              <a:lnSpc>
                <a:spcPct val="100000"/>
              </a:lnSpc>
              <a:spcBef>
                <a:spcPts val="550"/>
              </a:spcBef>
            </a:pP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هفاضا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اضا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هیلا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تیوه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زارحا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تیوه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زارحا</a:t>
            </a:r>
            <a:r>
              <a:rPr dirty="0" sz="1500" spc="86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151320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ط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أ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رک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4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endParaRPr sz="1500">
              <a:latin typeface="Calibri"/>
              <a:cs typeface="Calibri"/>
            </a:endParaRPr>
          </a:p>
          <a:p>
            <a:pPr marL="226060">
              <a:lnSpc>
                <a:spcPct val="100000"/>
              </a:lnSpc>
              <a:spcBef>
                <a:spcPts val="455"/>
              </a:spcBef>
            </a:pP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کوکشم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تیلاعف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عوقو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تروص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ذوفن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4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ذوفن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صیخشت</a:t>
            </a:r>
            <a:r>
              <a:rPr dirty="0" sz="1500" spc="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145542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5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علطم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تسردان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دککی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ندرکزاب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شلات</a:t>
            </a:r>
            <a:endParaRPr sz="1500">
              <a:latin typeface="Calibri"/>
              <a:cs typeface="Calibri"/>
            </a:endParaRPr>
          </a:p>
          <a:p>
            <a:pPr algn="ctr" marR="144780">
              <a:lnSpc>
                <a:spcPct val="100000"/>
              </a:lnSpc>
              <a:spcBef>
                <a:spcPts val="430"/>
              </a:spcBef>
            </a:pP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4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کاراک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8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لقادح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یروبع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داجیا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یوق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R="165735">
              <a:lnSpc>
                <a:spcPct val="100000"/>
              </a:lnSpc>
              <a:spcBef>
                <a:spcPts val="455"/>
              </a:spcBef>
            </a:pP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یوق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اهدامن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دادعا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،کچوک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فورح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،گرزب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فورح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9259" sz="2250" spc="-62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یکرت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لماش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endParaRPr sz="1500">
              <a:latin typeface="Calibri"/>
              <a:cs typeface="Calibri"/>
            </a:endParaRPr>
          </a:p>
          <a:p>
            <a:pPr algn="ctr" marL="340995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دح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0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endParaRPr sz="1500">
              <a:latin typeface="Calibri"/>
              <a:cs typeface="Calibri"/>
            </a:endParaRPr>
          </a:p>
          <a:p>
            <a:pPr marL="171450">
              <a:lnSpc>
                <a:spcPct val="100000"/>
              </a:lnSpc>
              <a:spcBef>
                <a:spcPts val="455"/>
              </a:spcBef>
            </a:pP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کمکزاجمت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غ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دارفا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5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-5555" sz="2250" spc="-26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گولج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دیهد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یغت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مظنم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روبع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یاهزمر</a:t>
            </a:r>
            <a:r>
              <a:rPr dirty="0" sz="1500" spc="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475615">
              <a:lnSpc>
                <a:spcPts val="1510"/>
              </a:lnSpc>
              <a:spcBef>
                <a:spcPts val="430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endParaRPr sz="1500">
              <a:latin typeface="Calibri"/>
              <a:cs typeface="Calibri"/>
            </a:endParaRPr>
          </a:p>
          <a:p>
            <a:pPr marL="247650">
              <a:lnSpc>
                <a:spcPts val="1130"/>
              </a:lnSpc>
            </a:pPr>
            <a:r>
              <a:rPr dirty="0" sz="1500" spc="-9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323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9259" sz="2250" spc="7">
                <a:solidFill>
                  <a:srgbClr val="1F1F1F"/>
                </a:solidFill>
                <a:latin typeface="Calibri"/>
                <a:cs typeface="Calibri"/>
              </a:rPr>
              <a:t>ی        </a:t>
            </a:r>
            <a:r>
              <a:rPr dirty="0" baseline="-9259" sz="2250" spc="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20370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-20370" sz="2250" spc="816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endParaRPr sz="1500">
              <a:latin typeface="Calibri"/>
              <a:cs typeface="Calibri"/>
            </a:endParaRPr>
          </a:p>
          <a:p>
            <a:pPr algn="ctr" marR="107950">
              <a:lnSpc>
                <a:spcPts val="1415"/>
              </a:lnSpc>
            </a:pP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گژیو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5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دینک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هارمه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نفلت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لاتیجید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یاهدیلک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فاضا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گژیو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3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R="151765">
              <a:lnSpc>
                <a:spcPct val="100000"/>
              </a:lnSpc>
              <a:spcBef>
                <a:spcPts val="459"/>
              </a:spcBef>
            </a:pP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کمک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گولج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دننکدودحم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95">
                <a:solidFill>
                  <a:srgbClr val="1F1F1F"/>
                </a:solidFill>
                <a:latin typeface="Calibri"/>
                <a:cs typeface="Calibri"/>
              </a:rPr>
              <a:t>سیت</a:t>
            </a:r>
            <a:r>
              <a:rPr dirty="0" baseline="24074" sz="2250" spc="-74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سد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endParaRPr sz="1500">
              <a:latin typeface="Calibri"/>
              <a:cs typeface="Calibri"/>
            </a:endParaRPr>
          </a:p>
          <a:p>
            <a:pPr marL="557149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endParaRPr sz="1500">
              <a:latin typeface="Calibri"/>
              <a:cs typeface="Calibri"/>
            </a:endParaRPr>
          </a:p>
          <a:p>
            <a:pPr algn="ctr" marR="120014">
              <a:lnSpc>
                <a:spcPct val="100000"/>
              </a:lnSpc>
              <a:spcBef>
                <a:spcPts val="434"/>
              </a:spcBef>
            </a:pP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یرازفا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مرن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4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ومعم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امش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هدنزاس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دیراد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هگن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زور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08940" marR="17780" indent="-33655">
              <a:lnSpc>
                <a:spcPct val="125299"/>
              </a:lnSpc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دوبهب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تلااکشا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0">
                <a:solidFill>
                  <a:srgbClr val="1F1F1F"/>
                </a:solidFill>
                <a:latin typeface="Calibri"/>
                <a:cs typeface="Calibri"/>
              </a:rPr>
              <a:t>عفر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لماش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28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اسرزور</a:t>
            </a:r>
            <a:r>
              <a:rPr dirty="0" sz="1500" spc="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8518" sz="2250" spc="-9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دوخ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دیناوت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،طیایتحا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تامادقا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ماجنا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endParaRPr sz="1500">
              <a:latin typeface="Calibri"/>
              <a:cs typeface="Calibri"/>
            </a:endParaRPr>
          </a:p>
          <a:p>
            <a:pPr marL="552577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-459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9320" y="682487"/>
            <a:ext cx="6497955" cy="6798945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5"/>
              </a:spcBef>
            </a:pPr>
            <a:r>
              <a:rPr dirty="0" u="heavy" sz="2000" spc="1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2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2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6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ش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1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2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ق</a:t>
            </a:r>
            <a:r>
              <a:rPr dirty="0" u="heavy" sz="2000" spc="-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رد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ت</a:t>
            </a:r>
            <a:r>
              <a:rPr dirty="0" u="heavy" sz="2000" spc="-819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-1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1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د</a:t>
            </a:r>
            <a:r>
              <a:rPr dirty="0" u="heavy" sz="2000" spc="1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ح</a:t>
            </a:r>
            <a:r>
              <a:rPr dirty="0" u="heavy" sz="2000" spc="-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1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8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ض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را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5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-819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-1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اسم</a:t>
            </a:r>
            <a:endParaRPr sz="2000">
              <a:latin typeface="Calibri"/>
              <a:cs typeface="Calibri"/>
            </a:endParaRPr>
          </a:p>
          <a:p>
            <a:pPr marL="457834" marR="81280" indent="3021330">
              <a:lnSpc>
                <a:spcPct val="125499"/>
              </a:lnSpc>
              <a:spcBef>
                <a:spcPts val="355"/>
              </a:spcBef>
            </a:pPr>
            <a:r>
              <a:rPr dirty="0" sz="1500" spc="1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ئ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م 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هدروآرب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یا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هعومجم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هدیچیپ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هاگتسد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endParaRPr sz="1500">
              <a:latin typeface="Calibri"/>
              <a:cs typeface="Calibri"/>
            </a:endParaRPr>
          </a:p>
          <a:p>
            <a:pPr algn="r" marR="8128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7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0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105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endParaRPr sz="1500">
              <a:latin typeface="Calibri"/>
              <a:cs typeface="Calibri"/>
            </a:endParaRPr>
          </a:p>
          <a:p>
            <a:pPr algn="ctr" marR="180975">
              <a:lnSpc>
                <a:spcPct val="100000"/>
              </a:lnSpc>
              <a:spcBef>
                <a:spcPts val="455"/>
              </a:spcBef>
            </a:pP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،هناهاگآ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ان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تلامح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هلمج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،فلتخم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تلامح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ربارب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110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500" spc="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5226685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marL="65913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8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ناسآ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تحار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ناربراک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1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حار</a:t>
            </a:r>
            <a:r>
              <a:rPr dirty="0" sz="1500" spc="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78105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دننکراک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موادم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دامتعا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لباق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0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نانیمطا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تیلباق</a:t>
            </a:r>
            <a:r>
              <a:rPr dirty="0" sz="1500" spc="10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L="154940">
              <a:lnSpc>
                <a:spcPct val="100000"/>
              </a:lnSpc>
              <a:spcBef>
                <a:spcPts val="455"/>
              </a:spcBef>
            </a:pP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لاوط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یرتاب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رمع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فصرم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میک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یژرنا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7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یژرنا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وج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5">
                <a:solidFill>
                  <a:srgbClr val="1F1F1F"/>
                </a:solidFill>
                <a:latin typeface="Calibri"/>
                <a:cs typeface="Calibri"/>
              </a:rPr>
              <a:t>هفصر</a:t>
            </a:r>
            <a:r>
              <a:rPr dirty="0" sz="1500" spc="10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513207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اد</a:t>
            </a:r>
            <a:endParaRPr sz="1500">
              <a:latin typeface="Calibri"/>
              <a:cs typeface="Calibri"/>
            </a:endParaRPr>
          </a:p>
          <a:p>
            <a:pPr algn="r" marR="83185">
              <a:lnSpc>
                <a:spcPts val="1510"/>
              </a:lnSpc>
              <a:spcBef>
                <a:spcPts val="455"/>
              </a:spcBef>
            </a:pP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،لفق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شیازفا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2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دشاب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59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5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5">
                <a:solidFill>
                  <a:srgbClr val="1F1F1F"/>
                </a:solidFill>
                <a:latin typeface="Calibri"/>
                <a:cs typeface="Calibri"/>
              </a:rPr>
              <a:t>گنارب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شلاچ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یاضرا</a:t>
            </a:r>
            <a:endParaRPr sz="1500">
              <a:latin typeface="Calibri"/>
              <a:cs typeface="Calibri"/>
            </a:endParaRPr>
          </a:p>
          <a:p>
            <a:pPr marL="1363345">
              <a:lnSpc>
                <a:spcPts val="1130"/>
              </a:lnSpc>
            </a:pPr>
            <a:r>
              <a:rPr dirty="0" sz="1500" spc="-9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34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endParaRPr sz="1500">
              <a:latin typeface="Calibri"/>
              <a:cs typeface="Calibri"/>
            </a:endParaRPr>
          </a:p>
          <a:p>
            <a:pPr algn="r" marR="81915">
              <a:lnSpc>
                <a:spcPts val="1415"/>
              </a:lnSpc>
            </a:pP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گژیو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1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درک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تیوه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زارحا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یراگنزمر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دننام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گژیو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ناوت</a:t>
            </a:r>
            <a:endParaRPr sz="1500">
              <a:latin typeface="Calibri"/>
              <a:cs typeface="Calibri"/>
            </a:endParaRPr>
          </a:p>
          <a:p>
            <a:pPr algn="r" marR="825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دننکرتراوشد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ناربراک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7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اما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،دنهد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شیازفا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endParaRPr sz="1500">
              <a:latin typeface="Calibri"/>
              <a:cs typeface="Calibri"/>
            </a:endParaRPr>
          </a:p>
          <a:p>
            <a:pPr algn="r" marR="83185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هدش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هدروآ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یاضرا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اجنیا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endParaRPr sz="1500">
              <a:latin typeface="Calibri"/>
              <a:cs typeface="Calibri"/>
            </a:endParaRPr>
          </a:p>
          <a:p>
            <a:pPr algn="ctr" marR="34925">
              <a:lnSpc>
                <a:spcPct val="100000"/>
              </a:lnSpc>
              <a:spcBef>
                <a:spcPts val="455"/>
              </a:spcBef>
            </a:pP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9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اما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،دنشاب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1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حار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43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هنزاوم</a:t>
            </a:r>
            <a:r>
              <a:rPr dirty="0" sz="1500" spc="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L="13144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59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5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گنارب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شلاچ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لداعت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20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ناسآ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تحار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ناربراک</a:t>
            </a:r>
            <a:endParaRPr sz="1500">
              <a:latin typeface="Calibri"/>
              <a:cs typeface="Calibri"/>
            </a:endParaRPr>
          </a:p>
          <a:p>
            <a:pPr algn="ctr" marR="138430">
              <a:lnSpc>
                <a:spcPct val="100000"/>
              </a:lnSpc>
              <a:spcBef>
                <a:spcPts val="459"/>
              </a:spcBef>
            </a:pP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اما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،دنشاب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نمیا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7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یژرنا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وج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5">
                <a:solidFill>
                  <a:srgbClr val="1F1F1F"/>
                </a:solidFill>
                <a:latin typeface="Calibri"/>
                <a:cs typeface="Calibri"/>
              </a:rPr>
              <a:t>هفصر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تینما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42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هنزاوم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R="146050">
              <a:lnSpc>
                <a:spcPct val="100000"/>
              </a:lnSpc>
              <a:spcBef>
                <a:spcPts val="430"/>
              </a:spcBef>
            </a:pP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شلاچ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59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5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2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لداعت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20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6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لاوط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یرتاب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رمع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فصرم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میک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یژرنا</a:t>
            </a:r>
            <a:endParaRPr sz="1500">
              <a:latin typeface="Calibri"/>
              <a:cs typeface="Calibri"/>
            </a:endParaRPr>
          </a:p>
          <a:p>
            <a:pPr algn="ctr" marL="460438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endParaRPr sz="1500">
              <a:latin typeface="Calibri"/>
              <a:cs typeface="Calibri"/>
            </a:endParaRPr>
          </a:p>
          <a:p>
            <a:pPr algn="ctr" marR="208915">
              <a:lnSpc>
                <a:spcPct val="100000"/>
              </a:lnSpc>
              <a:spcBef>
                <a:spcPts val="455"/>
              </a:spcBef>
            </a:pP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6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نچمه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اما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،دنشاب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دامتعا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لباق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1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هنیزه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نانیمطا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تیلباق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69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هنزاوم</a:t>
            </a:r>
            <a:r>
              <a:rPr dirty="0" sz="1500" spc="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 spc="-27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L="111760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2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59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5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گنارب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شلاچ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59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5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ود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2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لداعت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6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5">
                <a:solidFill>
                  <a:srgbClr val="1F1F1F"/>
                </a:solidFill>
                <a:latin typeface="Calibri"/>
                <a:cs typeface="Calibri"/>
              </a:rPr>
              <a:t>هفصر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نورقم</a:t>
            </a:r>
            <a:endParaRPr sz="1500">
              <a:latin typeface="Calibri"/>
              <a:cs typeface="Calibri"/>
            </a:endParaRPr>
          </a:p>
          <a:p>
            <a:pPr algn="ctr" marL="198120">
              <a:lnSpc>
                <a:spcPct val="100000"/>
              </a:lnSpc>
              <a:spcBef>
                <a:spcPts val="434"/>
              </a:spcBef>
            </a:pP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لاح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موادم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،لئاسم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20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شلات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ناگدنزاس</a:t>
            </a:r>
            <a:endParaRPr sz="1500">
              <a:latin typeface="Calibri"/>
              <a:cs typeface="Calibri"/>
            </a:endParaRPr>
          </a:p>
          <a:p>
            <a:pPr marL="406527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فق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وب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68601" y="1966595"/>
            <a:ext cx="3177540" cy="15240"/>
          </a:xfrm>
          <a:custGeom>
            <a:avLst/>
            <a:gdLst/>
            <a:ahLst/>
            <a:cxnLst/>
            <a:rect l="l" t="t" r="r" b="b"/>
            <a:pathLst>
              <a:path w="3177540" h="15239">
                <a:moveTo>
                  <a:pt x="3177286" y="0"/>
                </a:moveTo>
                <a:lnTo>
                  <a:pt x="0" y="0"/>
                </a:lnTo>
                <a:lnTo>
                  <a:pt x="0" y="15240"/>
                </a:lnTo>
                <a:lnTo>
                  <a:pt x="3177286" y="15240"/>
                </a:lnTo>
                <a:lnTo>
                  <a:pt x="3177286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9716" y="1620443"/>
            <a:ext cx="6506845" cy="7431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638300" marR="1684655">
              <a:lnSpc>
                <a:spcPct val="117000"/>
              </a:lnSpc>
              <a:spcBef>
                <a:spcPts val="100"/>
              </a:spcBef>
            </a:pPr>
            <a:r>
              <a:rPr dirty="0" sz="2000" spc="-420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-620" b="1">
                <a:solidFill>
                  <a:srgbClr val="001F5F"/>
                </a:solidFill>
                <a:latin typeface="Calibri"/>
                <a:cs typeface="Calibri"/>
              </a:rPr>
              <a:t>ل</a:t>
            </a:r>
            <a:r>
              <a:rPr dirty="0" sz="2000" spc="100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-450" b="1">
                <a:solidFill>
                  <a:srgbClr val="001F5F"/>
                </a:solidFill>
                <a:latin typeface="Calibri"/>
                <a:cs typeface="Calibri"/>
              </a:rPr>
              <a:t>س</a:t>
            </a:r>
            <a:r>
              <a:rPr dirty="0" sz="2000" spc="-80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r>
              <a:rPr dirty="0" sz="20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170" b="1">
                <a:solidFill>
                  <a:srgbClr val="001F5F"/>
                </a:solidFill>
                <a:latin typeface="Calibri"/>
                <a:cs typeface="Calibri"/>
              </a:rPr>
              <a:t>ع</a:t>
            </a:r>
            <a:r>
              <a:rPr dirty="0" sz="2000" spc="-9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80" b="1">
                <a:solidFill>
                  <a:srgbClr val="001F5F"/>
                </a:solidFill>
                <a:latin typeface="Calibri"/>
                <a:cs typeface="Calibri"/>
              </a:rPr>
              <a:t>و</a:t>
            </a:r>
            <a:r>
              <a:rPr dirty="0" sz="2000" spc="-590" b="1">
                <a:solidFill>
                  <a:srgbClr val="001F5F"/>
                </a:solidFill>
                <a:latin typeface="Calibri"/>
                <a:cs typeface="Calibri"/>
              </a:rPr>
              <a:t>ن</a:t>
            </a:r>
            <a:r>
              <a:rPr dirty="0" sz="2000" spc="-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420" b="1">
                <a:solidFill>
                  <a:srgbClr val="001F5F"/>
                </a:solidFill>
                <a:latin typeface="Calibri"/>
                <a:cs typeface="Calibri"/>
              </a:rPr>
              <a:t>ه</a:t>
            </a:r>
            <a:r>
              <a:rPr dirty="0" sz="2000" spc="-645" b="1">
                <a:solidFill>
                  <a:srgbClr val="001F5F"/>
                </a:solidFill>
                <a:latin typeface="Calibri"/>
                <a:cs typeface="Calibri"/>
              </a:rPr>
              <a:t>ل</a:t>
            </a:r>
            <a:r>
              <a:rPr dirty="0" sz="2000" spc="75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-425" b="1">
                <a:solidFill>
                  <a:srgbClr val="001F5F"/>
                </a:solidFill>
                <a:latin typeface="Calibri"/>
                <a:cs typeface="Calibri"/>
              </a:rPr>
              <a:t>س</a:t>
            </a:r>
            <a:r>
              <a:rPr dirty="0" sz="2000" spc="-80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r>
              <a:rPr dirty="0" sz="20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50" b="1">
                <a:solidFill>
                  <a:srgbClr val="001F5F"/>
                </a:solidFill>
                <a:latin typeface="Calibri"/>
                <a:cs typeface="Calibri"/>
              </a:rPr>
              <a:t>ل</a:t>
            </a:r>
            <a:r>
              <a:rPr dirty="0" sz="2000" spc="35" b="1">
                <a:solidFill>
                  <a:srgbClr val="001F5F"/>
                </a:solidFill>
                <a:latin typeface="Calibri"/>
                <a:cs typeface="Calibri"/>
              </a:rPr>
              <a:t>ح</a:t>
            </a:r>
            <a:r>
              <a:rPr dirty="0" sz="2000" spc="-14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70" b="1">
                <a:solidFill>
                  <a:srgbClr val="001F5F"/>
                </a:solidFill>
                <a:latin typeface="Calibri"/>
                <a:cs typeface="Calibri"/>
              </a:rPr>
              <a:t>ر</a:t>
            </a:r>
            <a:r>
              <a:rPr dirty="0" sz="2000" spc="-1110" b="1">
                <a:solidFill>
                  <a:srgbClr val="001F5F"/>
                </a:solidFill>
                <a:latin typeface="Calibri"/>
                <a:cs typeface="Calibri"/>
              </a:rPr>
              <a:t>ب</a:t>
            </a:r>
            <a:r>
              <a:rPr dirty="0" sz="2000" spc="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625" b="1">
                <a:solidFill>
                  <a:srgbClr val="001F5F"/>
                </a:solidFill>
                <a:latin typeface="Calibri"/>
                <a:cs typeface="Calibri"/>
              </a:rPr>
              <a:t>ت</a:t>
            </a:r>
            <a:r>
              <a:rPr dirty="0" baseline="19444" sz="3000" spc="-15" b="1">
                <a:solidFill>
                  <a:srgbClr val="001F5F"/>
                </a:solidFill>
                <a:latin typeface="Calibri"/>
                <a:cs typeface="Calibri"/>
              </a:rPr>
              <a:t>ی</a:t>
            </a:r>
            <a:r>
              <a:rPr dirty="0" baseline="19444" sz="3000" spc="7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1010" b="1">
                <a:solidFill>
                  <a:srgbClr val="001F5F"/>
                </a:solidFill>
                <a:latin typeface="Calibri"/>
                <a:cs typeface="Calibri"/>
              </a:rPr>
              <a:t>تب</a:t>
            </a:r>
            <a:r>
              <a:rPr dirty="0" sz="2000" spc="-80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r>
              <a:rPr dirty="0" sz="20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2000" spc="-280" b="1">
                <a:solidFill>
                  <a:srgbClr val="001F5F"/>
                </a:solidFill>
                <a:latin typeface="Calibri"/>
                <a:cs typeface="Calibri"/>
              </a:rPr>
              <a:t>ل</a:t>
            </a:r>
            <a:r>
              <a:rPr dirty="0" sz="2000" spc="-425" b="1">
                <a:solidFill>
                  <a:srgbClr val="001F5F"/>
                </a:solidFill>
                <a:latin typeface="Calibri"/>
                <a:cs typeface="Calibri"/>
              </a:rPr>
              <a:t>م</a:t>
            </a:r>
            <a:r>
              <a:rPr dirty="0" sz="2000" spc="-254" b="1">
                <a:solidFill>
                  <a:srgbClr val="001F5F"/>
                </a:solidFill>
                <a:latin typeface="Calibri"/>
                <a:cs typeface="Calibri"/>
              </a:rPr>
              <a:t>ا</a:t>
            </a:r>
            <a:r>
              <a:rPr dirty="0" sz="2000" spc="-484" b="1">
                <a:solidFill>
                  <a:srgbClr val="001F5F"/>
                </a:solidFill>
                <a:latin typeface="Calibri"/>
                <a:cs typeface="Calibri"/>
              </a:rPr>
              <a:t>ع </a:t>
            </a:r>
            <a:r>
              <a:rPr dirty="0" sz="2000" spc="-8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u="heavy" sz="2000" spc="-3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6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4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س</a:t>
            </a:r>
            <a:r>
              <a:rPr dirty="0" u="heavy" sz="2000" spc="-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-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2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ز</a:t>
            </a:r>
            <a:r>
              <a:rPr dirty="0" u="heavy" sz="2000" spc="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5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س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4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-7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ل</a:t>
            </a:r>
            <a:r>
              <a:rPr dirty="0" u="heavy" sz="2000" spc="1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3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م</a:t>
            </a:r>
            <a:r>
              <a:rPr dirty="0" u="heavy" sz="2000" spc="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ر</a:t>
            </a:r>
            <a:r>
              <a:rPr dirty="0" u="heavy" sz="2000" spc="-10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ف</a:t>
            </a:r>
            <a:r>
              <a:rPr dirty="0" u="heavy" sz="20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baseline="4166" sz="3000" spc="-7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.</a:t>
            </a:r>
            <a:endParaRPr baseline="4166" sz="3000">
              <a:latin typeface="Calibri"/>
              <a:cs typeface="Calibri"/>
            </a:endParaRPr>
          </a:p>
          <a:p>
            <a:pPr algn="ctr" marL="5080">
              <a:lnSpc>
                <a:spcPct val="100000"/>
              </a:lnSpc>
              <a:spcBef>
                <a:spcPts val="409"/>
              </a:spcBef>
            </a:pP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3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11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گ</a:t>
            </a:r>
            <a:r>
              <a:rPr dirty="0" u="heavy" sz="2000" spc="-1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آ</a:t>
            </a:r>
            <a:r>
              <a:rPr dirty="0" u="heavy" sz="2000" spc="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5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ی</a:t>
            </a:r>
            <a:r>
              <a:rPr dirty="0" u="heavy" sz="2000" spc="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-3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ه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1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ج</a:t>
            </a:r>
            <a:r>
              <a:rPr dirty="0" u="heavy" sz="2000" spc="-10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ت</a:t>
            </a:r>
            <a:r>
              <a:rPr dirty="0" u="heavy" sz="2000" spc="-4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س</a:t>
            </a:r>
            <a:r>
              <a:rPr dirty="0" u="heavy" sz="2000" spc="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ج</a:t>
            </a:r>
            <a:r>
              <a:rPr dirty="0" u="heavy" sz="2000" spc="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7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ع</a:t>
            </a:r>
            <a:r>
              <a:rPr dirty="0" u="heavy" sz="2000" spc="-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و</a:t>
            </a:r>
            <a:r>
              <a:rPr dirty="0" u="heavy" sz="2000" spc="-5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ن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ا</a:t>
            </a:r>
            <a:r>
              <a:rPr dirty="0" u="heavy" sz="2000" spc="1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baseline="4166" sz="3000" spc="-7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.</a:t>
            </a:r>
            <a:endParaRPr baseline="4166" sz="3000">
              <a:latin typeface="Calibri"/>
              <a:cs typeface="Calibri"/>
            </a:endParaRPr>
          </a:p>
          <a:p>
            <a:pPr algn="just" marL="379095" marR="81280" indent="4494530">
              <a:lnSpc>
                <a:spcPct val="124700"/>
              </a:lnSpc>
              <a:spcBef>
                <a:spcPts val="390"/>
              </a:spcBef>
            </a:pP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تب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ما</a:t>
            </a:r>
            <a:r>
              <a:rPr dirty="0" sz="1500" spc="-360">
                <a:solidFill>
                  <a:srgbClr val="1F1F1F"/>
                </a:solidFill>
                <a:latin typeface="Calibri"/>
                <a:cs typeface="Calibri"/>
              </a:rPr>
              <a:t>ع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خارط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هدیچیپ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تلاکشم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عیونصم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شوه 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لماع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هلاسم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3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0">
                <a:solidFill>
                  <a:srgbClr val="1F1F1F"/>
                </a:solidFill>
                <a:latin typeface="Calibri"/>
                <a:cs typeface="Calibri"/>
              </a:rPr>
              <a:t>تبم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لماع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سپس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وجتسج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هلئسم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لکشم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هلومرف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لماوع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هدش</a:t>
            </a:r>
            <a:endParaRPr sz="1500">
              <a:latin typeface="Calibri"/>
              <a:cs typeface="Calibri"/>
            </a:endParaRPr>
          </a:p>
          <a:p>
            <a:pPr algn="r" marR="8191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راکلح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28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وجتسج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endParaRPr sz="1500">
              <a:latin typeface="Calibri"/>
              <a:cs typeface="Calibri"/>
            </a:endParaRPr>
          </a:p>
          <a:p>
            <a:pPr algn="r" marL="248285" marR="82550" indent="5461000">
              <a:lnSpc>
                <a:spcPct val="124000"/>
              </a:lnSpc>
              <a:spcBef>
                <a:spcPts val="25"/>
              </a:spcBef>
            </a:pP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 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عونتم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رایسب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،دنوش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هلاسم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3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0">
                <a:solidFill>
                  <a:srgbClr val="1F1F1F"/>
                </a:solidFill>
                <a:latin typeface="Calibri"/>
                <a:cs typeface="Calibri"/>
              </a:rPr>
              <a:t>تبم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لماوع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طسوت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90">
                <a:solidFill>
                  <a:srgbClr val="1F1F1F"/>
                </a:solidFill>
                <a:latin typeface="Calibri"/>
                <a:cs typeface="Calibri"/>
              </a:rPr>
              <a:t>لیئاسم</a:t>
            </a:r>
            <a:endParaRPr sz="1500">
              <a:latin typeface="Calibri"/>
              <a:cs typeface="Calibri"/>
            </a:endParaRPr>
          </a:p>
          <a:p>
            <a:pPr algn="r" marR="8191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7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0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ئ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marL="296545">
              <a:lnSpc>
                <a:spcPct val="100000"/>
              </a:lnSpc>
              <a:spcBef>
                <a:spcPts val="459"/>
              </a:spcBef>
            </a:pP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هیلوا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سم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فده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،لئاسم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99720">
              <a:lnSpc>
                <a:spcPct val="100000"/>
              </a:lnSpc>
              <a:spcBef>
                <a:spcPts val="455"/>
              </a:spcBef>
            </a:pP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سم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18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هلاسم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3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0">
                <a:solidFill>
                  <a:srgbClr val="1F1F1F"/>
                </a:solidFill>
                <a:latin typeface="Calibri"/>
                <a:cs typeface="Calibri"/>
              </a:rPr>
              <a:t>تبم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لماع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فده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endParaRPr sz="1500">
              <a:latin typeface="Calibri"/>
              <a:cs typeface="Calibri"/>
            </a:endParaRPr>
          </a:p>
          <a:p>
            <a:pPr marL="180340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17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دوش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ایاپ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هطقن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عوسر</a:t>
            </a:r>
            <a:r>
              <a:rPr dirty="0" baseline="18518" sz="2250" spc="-8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6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هطقن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تابور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endParaRPr sz="1500">
              <a:latin typeface="Calibri"/>
              <a:cs typeface="Calibri"/>
            </a:endParaRPr>
          </a:p>
          <a:p>
            <a:pPr marL="488950">
              <a:lnSpc>
                <a:spcPct val="100000"/>
              </a:lnSpc>
              <a:spcBef>
                <a:spcPts val="459"/>
              </a:spcBef>
            </a:pP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هعومجم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ماجنا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فده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،لئاسم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baseline="3703" sz="2250" spc="-3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یزیر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14300">
              <a:lnSpc>
                <a:spcPct val="100000"/>
              </a:lnSpc>
              <a:spcBef>
                <a:spcPts val="455"/>
              </a:spcBef>
            </a:pP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همانرب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هلاسم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3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0">
                <a:solidFill>
                  <a:srgbClr val="1F1F1F"/>
                </a:solidFill>
                <a:latin typeface="Calibri"/>
                <a:cs typeface="Calibri"/>
              </a:rPr>
              <a:t>تبم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لماع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فیاظو</a:t>
            </a:r>
            <a:endParaRPr sz="1500">
              <a:latin typeface="Calibri"/>
              <a:cs typeface="Calibri"/>
            </a:endParaRPr>
          </a:p>
          <a:p>
            <a:pPr algn="r" marR="54102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7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دوش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هاگشورف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دیرخ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دبس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یروآ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عمج</a:t>
            </a:r>
            <a:endParaRPr sz="1500">
              <a:latin typeface="Calibri"/>
              <a:cs typeface="Calibri"/>
            </a:endParaRPr>
          </a:p>
          <a:p>
            <a:pPr algn="ctr" marR="177165">
              <a:lnSpc>
                <a:spcPct val="100000"/>
              </a:lnSpc>
              <a:spcBef>
                <a:spcPts val="434"/>
              </a:spcBef>
            </a:pP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هنیزگزا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هعومجم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65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میمصت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نیت</a:t>
            </a:r>
            <a:r>
              <a:rPr dirty="0" baseline="24074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90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28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5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فده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،لئاسم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گمیمصت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0">
                <a:solidFill>
                  <a:srgbClr val="1F1F1F"/>
                </a:solidFill>
                <a:latin typeface="Calibri"/>
                <a:cs typeface="Calibri"/>
              </a:rPr>
              <a:t> 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ctr" marR="227329">
              <a:lnSpc>
                <a:spcPct val="100000"/>
              </a:lnSpc>
              <a:spcBef>
                <a:spcPts val="459"/>
              </a:spcBef>
            </a:pP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سم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نیت</a:t>
            </a:r>
            <a:r>
              <a:rPr dirty="0" baseline="24074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90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18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هلاسم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3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0">
                <a:solidFill>
                  <a:srgbClr val="1F1F1F"/>
                </a:solidFill>
                <a:latin typeface="Calibri"/>
                <a:cs typeface="Calibri"/>
              </a:rPr>
              <a:t>تبم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لماع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endParaRPr sz="1500">
              <a:latin typeface="Calibri"/>
              <a:cs typeface="Calibri"/>
            </a:endParaRPr>
          </a:p>
          <a:p>
            <a:pPr algn="ctr" marL="246824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2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69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16666" sz="2250" spc="-15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18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75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endParaRPr sz="1500">
              <a:latin typeface="Calibri"/>
              <a:cs typeface="Calibri"/>
            </a:endParaRPr>
          </a:p>
          <a:p>
            <a:pPr algn="r" marL="296545" marR="80645" indent="4899660">
              <a:lnSpc>
                <a:spcPct val="124000"/>
              </a:lnSpc>
              <a:spcBef>
                <a:spcPts val="25"/>
              </a:spcBef>
            </a:pP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رف 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لکشم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ندرک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هلومرف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،هلاسم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3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30">
                <a:solidFill>
                  <a:srgbClr val="1F1F1F"/>
                </a:solidFill>
                <a:latin typeface="Calibri"/>
                <a:cs typeface="Calibri"/>
              </a:rPr>
              <a:t>تبم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لماع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لکشم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لوا </a:t>
            </a:r>
            <a:r>
              <a:rPr dirty="0" sz="1500" spc="-525">
                <a:solidFill>
                  <a:srgbClr val="1F1F1F"/>
                </a:solidFill>
                <a:latin typeface="Calibri"/>
                <a:cs typeface="Calibri"/>
              </a:rPr>
              <a:t>ماگ</a:t>
            </a:r>
            <a:endParaRPr sz="1500">
              <a:latin typeface="Calibri"/>
              <a:cs typeface="Calibri"/>
            </a:endParaRPr>
          </a:p>
          <a:p>
            <a:pPr algn="r" marR="8001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2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فده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شاداپ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عبات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،لاقتنا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عبات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،تلاح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یاضف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فیرعت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لماش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وجتسج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هلئسم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endParaRPr sz="1500">
              <a:latin typeface="Calibri"/>
              <a:cs typeface="Calibri"/>
            </a:endParaRPr>
          </a:p>
          <a:p>
            <a:pPr algn="ctr" marR="213360">
              <a:lnSpc>
                <a:spcPct val="100000"/>
              </a:lnSpc>
              <a:spcBef>
                <a:spcPts val="455"/>
              </a:spcBef>
            </a:pP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متسیس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32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کمم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مامت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هعومجم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یاضف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یاضف</a:t>
            </a:r>
            <a:r>
              <a:rPr dirty="0" sz="1500" spc="6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39115">
              <a:lnSpc>
                <a:spcPct val="100000"/>
              </a:lnSpc>
              <a:spcBef>
                <a:spcPts val="459"/>
              </a:spcBef>
            </a:pP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هعومجم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یاضف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،تلاح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هلئسم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2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دشاب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رارق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نآ</a:t>
            </a:r>
            <a:endParaRPr sz="1500">
              <a:latin typeface="Calibri"/>
              <a:cs typeface="Calibri"/>
            </a:endParaRPr>
          </a:p>
          <a:p>
            <a:pPr algn="r" marR="537845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919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مت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36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196" y="809294"/>
            <a:ext cx="6464300" cy="717232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550"/>
              </a:spcBef>
            </a:pP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400">
                <a:solidFill>
                  <a:srgbClr val="1F1F1F"/>
                </a:solidFill>
                <a:latin typeface="Calibri"/>
                <a:cs typeface="Calibri"/>
              </a:rPr>
              <a:t>متسیس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،صاخ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لمع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ماجنا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تروص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صخشم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لاقتنا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عبات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2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لاقتنا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عبات</a:t>
            </a:r>
            <a:r>
              <a:rPr dirty="0" sz="1500" spc="10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14300" marR="527685" indent="210185">
              <a:lnSpc>
                <a:spcPts val="2260"/>
              </a:lnSpc>
              <a:spcBef>
                <a:spcPts val="150"/>
              </a:spcBef>
            </a:pP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عبات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،تلاح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هلئسم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7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دوش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لقتنم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یرگید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هچ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تیعقوم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هچ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تابور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،صاخ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تهج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تابور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تکرح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تروص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صخشم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لاقتنا</a:t>
            </a:r>
            <a:endParaRPr sz="1500">
              <a:latin typeface="Calibri"/>
              <a:cs typeface="Calibri"/>
            </a:endParaRPr>
          </a:p>
          <a:p>
            <a:pPr marL="4479925">
              <a:lnSpc>
                <a:spcPct val="100000"/>
              </a:lnSpc>
              <a:spcBef>
                <a:spcPts val="30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ق</a:t>
            </a:r>
            <a:r>
              <a:rPr dirty="0" sz="1500" spc="-6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دج</a:t>
            </a:r>
            <a:endParaRPr sz="1500">
              <a:latin typeface="Calibri"/>
              <a:cs typeface="Calibri"/>
            </a:endParaRPr>
          </a:p>
          <a:p>
            <a:pPr marL="208279">
              <a:lnSpc>
                <a:spcPct val="100000"/>
              </a:lnSpc>
              <a:spcBef>
                <a:spcPts val="430"/>
              </a:spcBef>
            </a:pPr>
            <a:r>
              <a:rPr dirty="0" sz="1500" spc="-470">
                <a:solidFill>
                  <a:srgbClr val="1F1F1F"/>
                </a:solidFill>
                <a:latin typeface="Calibri"/>
                <a:cs typeface="Calibri"/>
              </a:rPr>
              <a:t>تیفیک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-27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baseline="-14814" sz="2250" spc="-3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ایزرا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عبات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دهد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صاصتخا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ره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یرادقم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شاداپ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عبات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95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شاداپ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عبات</a:t>
            </a:r>
            <a:r>
              <a:rPr dirty="0" sz="1500" spc="101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06400">
              <a:lnSpc>
                <a:spcPct val="100000"/>
              </a:lnSpc>
              <a:spcBef>
                <a:spcPts val="455"/>
              </a:spcBef>
            </a:pP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شاداپ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عبات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،تلاح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هلئسم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7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دوش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endParaRPr sz="1500">
              <a:latin typeface="Calibri"/>
              <a:cs typeface="Calibri"/>
            </a:endParaRPr>
          </a:p>
          <a:p>
            <a:pPr marL="259588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16666" sz="2250" spc="-15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18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ده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919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لصا</a:t>
            </a:r>
            <a:r>
              <a:rPr dirty="0" sz="1500" spc="-73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قم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marL="199390">
              <a:lnSpc>
                <a:spcPct val="100000"/>
              </a:lnSpc>
              <a:spcBef>
                <a:spcPts val="455"/>
              </a:spcBef>
            </a:pP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،تلاح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هلئسم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ادیپ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لاح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هچ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لماع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صخشم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فده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فده</a:t>
            </a:r>
            <a:r>
              <a:rPr dirty="0" sz="1500" spc="335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01066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3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ده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16666" sz="2250" spc="-23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ده</a:t>
            </a:r>
            <a:endParaRPr sz="15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459"/>
              </a:spcBef>
            </a:pP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8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آ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algn="r" marL="299720" marR="68580" indent="-109855">
              <a:lnSpc>
                <a:spcPct val="125299"/>
              </a:lnSpc>
            </a:pP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وجتسج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یاضف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راتخاس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دروم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550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8518" sz="2250" spc="-8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24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ناد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چیه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وجتسج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عون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هناهاگآان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دنناوت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اما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،دنتسه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5">
                <a:solidFill>
                  <a:srgbClr val="1F1F1F"/>
                </a:solidFill>
                <a:latin typeface="Calibri"/>
                <a:cs typeface="Calibri"/>
              </a:rPr>
              <a:t>رت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هداس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baseline="35185" sz="2250" spc="-562">
                <a:solidFill>
                  <a:srgbClr val="1F1F1F"/>
                </a:solidFill>
                <a:latin typeface="Calibri"/>
                <a:cs typeface="Calibri"/>
              </a:rPr>
              <a:t>ً</a:t>
            </a:r>
            <a:r>
              <a:rPr dirty="0" baseline="35185" sz="2250" spc="4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ومعم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1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دنکمین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endParaRPr sz="15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فصر</a:t>
            </a:r>
            <a:r>
              <a:rPr dirty="0" sz="1500" spc="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یدایز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نامز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هدیچیپ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 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28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endParaRPr sz="15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7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0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6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8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آ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45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endParaRPr sz="1500">
              <a:latin typeface="Calibri"/>
              <a:cs typeface="Calibri"/>
            </a:endParaRPr>
          </a:p>
          <a:p>
            <a:pPr marL="360680">
              <a:lnSpc>
                <a:spcPct val="100000"/>
              </a:lnSpc>
              <a:spcBef>
                <a:spcPts val="459"/>
              </a:spcBef>
            </a:pP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یدومع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5">
                <a:solidFill>
                  <a:srgbClr val="1F1F1F"/>
                </a:solidFill>
                <a:latin typeface="Calibri"/>
                <a:cs typeface="Calibri"/>
              </a:rPr>
              <a:t>عوسر</a:t>
            </a:r>
            <a:r>
              <a:rPr dirty="0" baseline="18518" sz="2250" spc="-81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60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لماع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،متیروگلا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لوا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قمع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14960">
              <a:lnSpc>
                <a:spcPct val="100000"/>
              </a:lnSpc>
              <a:spcBef>
                <a:spcPts val="455"/>
              </a:spcBef>
            </a:pP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دسرب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فده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امز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لماع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تکرح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یدعب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endParaRPr sz="1500">
              <a:latin typeface="Calibri"/>
              <a:cs typeface="Calibri"/>
            </a:endParaRPr>
          </a:p>
          <a:p>
            <a:pPr marL="319659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05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رح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،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60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7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رخ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دب</a:t>
            </a:r>
            <a:endParaRPr sz="1500">
              <a:latin typeface="Calibri"/>
              <a:cs typeface="Calibri"/>
            </a:endParaRPr>
          </a:p>
          <a:p>
            <a:pPr marL="385445">
              <a:lnSpc>
                <a:spcPct val="100000"/>
              </a:lnSpc>
              <a:spcBef>
                <a:spcPts val="459"/>
              </a:spcBef>
            </a:pP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90">
                <a:solidFill>
                  <a:srgbClr val="1F1F1F"/>
                </a:solidFill>
                <a:latin typeface="Calibri"/>
                <a:cs typeface="Calibri"/>
              </a:rPr>
              <a:t>صی</a:t>
            </a:r>
            <a:r>
              <a:rPr dirty="0" baseline="22222" sz="2250" spc="-88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222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رع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عوسر</a:t>
            </a:r>
            <a:r>
              <a:rPr dirty="0" baseline="18518" sz="2250" spc="-8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60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لماع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،متیروگلا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baseline="3703" sz="2250" spc="-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لوا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ضرع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14960">
              <a:lnSpc>
                <a:spcPct val="100000"/>
              </a:lnSpc>
              <a:spcBef>
                <a:spcPts val="455"/>
              </a:spcBef>
            </a:pP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دسرب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فده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امز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لماع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تکرح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یدعب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endParaRPr sz="1500">
              <a:latin typeface="Calibri"/>
              <a:cs typeface="Calibri"/>
            </a:endParaRPr>
          </a:p>
          <a:p>
            <a:pPr marL="319659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05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رح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،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60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7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رخ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دب</a:t>
            </a:r>
            <a:endParaRPr sz="1500">
              <a:latin typeface="Calibri"/>
              <a:cs typeface="Calibri"/>
            </a:endParaRPr>
          </a:p>
          <a:p>
            <a:pPr marL="351790">
              <a:lnSpc>
                <a:spcPct val="100000"/>
              </a:lnSpc>
              <a:spcBef>
                <a:spcPts val="434"/>
              </a:spcBef>
            </a:pP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داصت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عوسر</a:t>
            </a:r>
            <a:r>
              <a:rPr dirty="0" baseline="18518" sz="2250" spc="-8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60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لماع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،متیروگلا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baseline="3703" sz="2250" spc="-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لوا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هجرد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14960">
              <a:lnSpc>
                <a:spcPct val="100000"/>
              </a:lnSpc>
              <a:spcBef>
                <a:spcPts val="455"/>
              </a:spcBef>
            </a:pP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دسرب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فده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امز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لماع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تکرح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یدعب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endParaRPr sz="1500">
              <a:latin typeface="Calibri"/>
              <a:cs typeface="Calibri"/>
            </a:endParaRPr>
          </a:p>
          <a:p>
            <a:pPr marL="319659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05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رح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،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60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3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7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رخ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دب</a:t>
            </a:r>
            <a:endParaRPr sz="15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455"/>
              </a:spcBef>
            </a:pP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مهم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7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دوش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عییسو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فیط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هناهاگآان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endParaRPr sz="15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فصر</a:t>
            </a:r>
            <a:r>
              <a:rPr dirty="0" sz="1500" spc="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یدایز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نامز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هدیچیپ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دیشاب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هتشاد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هجوت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37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068" y="1125904"/>
            <a:ext cx="6470015" cy="826135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345"/>
              </a:spcBef>
            </a:pPr>
            <a:r>
              <a:rPr dirty="0" u="heavy" sz="2000" spc="45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ت</a:t>
            </a:r>
            <a:r>
              <a:rPr dirty="0" u="heavy" sz="2000" spc="-6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ی</a:t>
            </a:r>
            <a:r>
              <a:rPr dirty="0" u="heavy" sz="2000" spc="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د</a:t>
            </a:r>
            <a:r>
              <a:rPr dirty="0" u="heavy" sz="2000" spc="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و</a:t>
            </a:r>
            <a:r>
              <a:rPr dirty="0" u="heavy" sz="2000" spc="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د</a:t>
            </a:r>
            <a:r>
              <a:rPr dirty="0" u="heavy" sz="2000" spc="-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ح</a:t>
            </a:r>
            <a:r>
              <a:rPr dirty="0" u="heavy" sz="2000" spc="1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م</a:t>
            </a:r>
            <a:r>
              <a:rPr dirty="0" u="heavy" sz="2000" spc="1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ی</a:t>
            </a:r>
            <a:r>
              <a:rPr dirty="0" u="heavy" sz="2000" spc="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ا</a:t>
            </a:r>
            <a:r>
              <a:rPr dirty="0" u="heavy" sz="2000" spc="-5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ض</a:t>
            </a:r>
            <a:r>
              <a:rPr dirty="0" u="heavy" sz="2000" spc="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ر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ا</a:t>
            </a:r>
            <a:r>
              <a:rPr dirty="0" u="heavy" sz="2000" spc="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ل</a:t>
            </a:r>
            <a:r>
              <a:rPr dirty="0" u="heavy" sz="2000" spc="-6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ی</a:t>
            </a:r>
            <a:r>
              <a:rPr dirty="0" u="heavy" sz="2000" spc="6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ا</a:t>
            </a:r>
            <a:r>
              <a:rPr dirty="0" u="heavy" sz="2000" spc="-5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س</a:t>
            </a:r>
            <a:r>
              <a:rPr dirty="0" u="heavy" sz="2000" spc="1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م</a:t>
            </a:r>
            <a:r>
              <a:rPr dirty="0" u="heavy" sz="2000" spc="8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ف</a:t>
            </a:r>
            <a:r>
              <a:rPr dirty="0" u="heavy" sz="2000" spc="-6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ی</a:t>
            </a:r>
            <a:r>
              <a:rPr dirty="0" u="heavy" sz="2000" spc="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ر</a:t>
            </a:r>
            <a:r>
              <a:rPr dirty="0" u="heavy" sz="2000" spc="-3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ع</a:t>
            </a:r>
            <a:r>
              <a:rPr dirty="0" u="heavy" sz="2000" spc="-7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ت</a:t>
            </a:r>
            <a:r>
              <a:rPr dirty="0" u="heavy" sz="2000" spc="1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ف</a:t>
            </a:r>
            <a:r>
              <a:rPr dirty="0" u="heavy" sz="2000" spc="-6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ی</a:t>
            </a:r>
            <a:r>
              <a:rPr dirty="0" u="heavy" sz="2000" spc="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ر</a:t>
            </a:r>
            <a:r>
              <a:rPr dirty="0" u="heavy" sz="2000" spc="-32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ع</a:t>
            </a:r>
            <a:r>
              <a:rPr dirty="0" u="heavy" sz="2000" spc="-6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ت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algn="ctr" marR="5715">
              <a:lnSpc>
                <a:spcPct val="100000"/>
              </a:lnSpc>
              <a:spcBef>
                <a:spcPts val="240"/>
              </a:spcBef>
            </a:pPr>
            <a:r>
              <a:rPr dirty="0" u="heavy" sz="2000" spc="45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-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تیدودحم</a:t>
            </a:r>
            <a:r>
              <a:rPr dirty="0" u="heavy" sz="2000" spc="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-7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یاضرا</a:t>
            </a:r>
            <a:r>
              <a:rPr dirty="0" u="heavy" sz="2000" spc="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-20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لیاسم</a:t>
            </a:r>
            <a:r>
              <a:rPr dirty="0" u="heavy" sz="2000" spc="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-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عاونا</a:t>
            </a:r>
            <a:r>
              <a:rPr dirty="0" u="heavy" sz="2000" spc="-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algn="ctr" marR="5080">
              <a:lnSpc>
                <a:spcPct val="100000"/>
              </a:lnSpc>
              <a:spcBef>
                <a:spcPts val="240"/>
              </a:spcBef>
            </a:pPr>
            <a:r>
              <a:rPr dirty="0" u="heavy" sz="2000" spc="45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د</a:t>
            </a:r>
            <a:r>
              <a:rPr dirty="0" u="heavy" sz="2000" spc="4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ر</a:t>
            </a:r>
            <a:r>
              <a:rPr dirty="0" u="heavy" sz="2000" spc="-39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گ</a:t>
            </a:r>
            <a:r>
              <a:rPr dirty="0" u="heavy" sz="2000" spc="-7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ب</a:t>
            </a:r>
            <a:r>
              <a:rPr dirty="0" u="heavy" sz="2000" spc="-5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ق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ع</a:t>
            </a:r>
            <a:r>
              <a:rPr dirty="0" u="heavy" sz="2000" spc="9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ی</a:t>
            </a:r>
            <a:r>
              <a:rPr dirty="0" u="heavy" sz="2000" spc="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و</a:t>
            </a:r>
            <a:r>
              <a:rPr dirty="0" u="heavy" sz="2000" spc="-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ج</a:t>
            </a:r>
            <a:r>
              <a:rPr dirty="0" u="heavy" sz="2000" spc="-7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ت</a:t>
            </a:r>
            <a:r>
              <a:rPr dirty="0" u="heavy" sz="2000" spc="-5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س</a:t>
            </a:r>
            <a:r>
              <a:rPr dirty="0" u="heavy" sz="2000" spc="-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ج</a:t>
            </a:r>
            <a:r>
              <a:rPr dirty="0" u="heavy" sz="2000" spc="-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algn="ctr" marL="22860">
              <a:lnSpc>
                <a:spcPct val="100000"/>
              </a:lnSpc>
              <a:spcBef>
                <a:spcPts val="240"/>
              </a:spcBef>
            </a:pPr>
            <a:r>
              <a:rPr dirty="0" u="heavy" sz="2000" spc="5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و</a:t>
            </a:r>
            <a:r>
              <a:rPr dirty="0" u="heavy" sz="2000" spc="-6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ج</a:t>
            </a:r>
            <a:r>
              <a:rPr dirty="0" u="heavy" sz="2000" spc="-7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ت</a:t>
            </a:r>
            <a:r>
              <a:rPr dirty="0" u="heavy" sz="2000" spc="-53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س</a:t>
            </a:r>
            <a:r>
              <a:rPr dirty="0" u="heavy" sz="2000" spc="-114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ج</a:t>
            </a:r>
            <a:r>
              <a:rPr dirty="0" u="heavy" sz="2000" spc="1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000" spc="2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د</a:t>
            </a:r>
            <a:r>
              <a:rPr dirty="0" u="heavy" sz="2000" spc="3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و</a:t>
            </a:r>
            <a:r>
              <a:rPr dirty="0" u="heavy" sz="2000" spc="-70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ب</a:t>
            </a:r>
            <a:r>
              <a:rPr dirty="0" u="heavy" sz="2000" spc="245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ه</a:t>
            </a:r>
            <a:r>
              <a:rPr dirty="0" u="heavy" sz="2000" spc="-680" b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ب</a:t>
            </a:r>
            <a:r>
              <a:rPr dirty="0" sz="900">
                <a:latin typeface="Microsoft Sans Serif"/>
                <a:cs typeface="Microsoft Sans Serif"/>
              </a:rPr>
              <a:t> 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Microsoft Sans Serif"/>
              <a:cs typeface="Microsoft Sans Serif"/>
            </a:endParaRPr>
          </a:p>
          <a:p>
            <a:pPr marL="3924300">
              <a:lnSpc>
                <a:spcPct val="100000"/>
              </a:lnSpc>
            </a:pP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105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64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ئ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79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رعت</a:t>
            </a:r>
            <a:endParaRPr sz="1500">
              <a:latin typeface="Calibri"/>
              <a:cs typeface="Calibri"/>
            </a:endParaRPr>
          </a:p>
          <a:p>
            <a:pPr marL="207645" marR="69850" indent="-45720">
              <a:lnSpc>
                <a:spcPts val="2260"/>
              </a:lnSpc>
              <a:spcBef>
                <a:spcPts val="125"/>
              </a:spcBef>
            </a:pP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دنتسه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لیئاسم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،اهCSP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)Constraint Satisfaction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Problems(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تیدودحم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یاضرا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هعومجم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هنوگ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میهد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صیصخت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یریداقم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اهت</a:t>
            </a:r>
            <a:r>
              <a:rPr dirty="0" baseline="-5555" sz="2250" spc="-3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هعومجم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نآ</a:t>
            </a:r>
            <a:endParaRPr sz="1500">
              <a:latin typeface="Calibri"/>
              <a:cs typeface="Calibri"/>
            </a:endParaRPr>
          </a:p>
          <a:p>
            <a:pPr marL="131445">
              <a:lnSpc>
                <a:spcPct val="100000"/>
              </a:lnSpc>
              <a:spcBef>
                <a:spcPts val="305"/>
              </a:spcBef>
            </a:pP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روشکره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دیاب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نآ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CSP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هشقن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18518" sz="2250" spc="-509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5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مآ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گنر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هلئسم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0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70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هدروآرب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endParaRPr sz="150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3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دنشاب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هتشادن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25925" sz="2250" spc="-397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5925" sz="2250" spc="-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اسکی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گنر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هیاسمه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روشکود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چیه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هنوگ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مینک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18518" sz="2250" spc="-4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5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مآ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گنر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توافتم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گنر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50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endParaRPr sz="1500">
              <a:latin typeface="Calibri"/>
              <a:cs typeface="Calibri"/>
            </a:endParaRPr>
          </a:p>
          <a:p>
            <a:pPr algn="r" marR="70485">
              <a:lnSpc>
                <a:spcPct val="100000"/>
              </a:lnSpc>
              <a:spcBef>
                <a:spcPts val="430"/>
              </a:spcBef>
            </a:pP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105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650">
                <a:solidFill>
                  <a:srgbClr val="1F1F1F"/>
                </a:solidFill>
                <a:latin typeface="Calibri"/>
                <a:cs typeface="Calibri"/>
              </a:rPr>
              <a:t>ئ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500">
              <a:latin typeface="Calibri"/>
              <a:cs typeface="Calibri"/>
            </a:endParaRPr>
          </a:p>
          <a:p>
            <a:pPr algn="r" marR="7048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570">
                <a:solidFill>
                  <a:srgbClr val="1F1F1F"/>
                </a:solidFill>
                <a:latin typeface="Calibri"/>
                <a:cs typeface="Calibri"/>
              </a:rPr>
              <a:t>قت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لی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6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5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80">
                <a:solidFill>
                  <a:srgbClr val="1F1F1F"/>
                </a:solidFill>
                <a:latin typeface="Calibri"/>
                <a:cs typeface="Calibri"/>
              </a:rPr>
              <a:t>ح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620">
                <a:solidFill>
                  <a:srgbClr val="1F1F1F"/>
                </a:solidFill>
                <a:latin typeface="Calibri"/>
                <a:cs typeface="Calibri"/>
              </a:rPr>
              <a:t>ض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 spc="-670">
                <a:solidFill>
                  <a:srgbClr val="1F1F1F"/>
                </a:solidFill>
                <a:latin typeface="Calibri"/>
                <a:cs typeface="Calibri"/>
              </a:rPr>
              <a:t>ئ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endParaRPr sz="1500">
              <a:latin typeface="Calibri"/>
              <a:cs typeface="Calibri"/>
            </a:endParaRPr>
          </a:p>
          <a:p>
            <a:pPr marL="487680">
              <a:lnSpc>
                <a:spcPct val="100000"/>
              </a:lnSpc>
              <a:spcBef>
                <a:spcPts val="455"/>
              </a:spcBef>
            </a:pP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هتسسگهعومجم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ره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هنماد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،لئاسم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45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300">
                <a:solidFill>
                  <a:srgbClr val="1F1F1F"/>
                </a:solidFill>
                <a:latin typeface="Calibri"/>
                <a:cs typeface="Calibri"/>
              </a:rPr>
              <a:t>هتسسگیاهت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CSP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0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70815">
              <a:lnSpc>
                <a:spcPct val="100000"/>
              </a:lnSpc>
              <a:spcBef>
                <a:spcPts val="455"/>
              </a:spcBef>
            </a:pP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هتسسگیاهت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CSP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0">
                <a:solidFill>
                  <a:srgbClr val="1F1F1F"/>
                </a:solidFill>
                <a:latin typeface="Calibri"/>
                <a:cs typeface="Calibri"/>
              </a:rPr>
              <a:t>هشقن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18518" sz="2250" spc="-49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-2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مآ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گنر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هلئسم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ریداقم</a:t>
            </a:r>
            <a:endParaRPr sz="1500">
              <a:latin typeface="Calibri"/>
              <a:cs typeface="Calibri"/>
            </a:endParaRPr>
          </a:p>
          <a:p>
            <a:pPr marL="2625725">
              <a:lnSpc>
                <a:spcPct val="100000"/>
              </a:lnSpc>
              <a:spcBef>
                <a:spcPts val="434"/>
              </a:spcBef>
            </a:pPr>
            <a:r>
              <a:rPr dirty="0" baseline="3703" sz="22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یا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68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500" spc="50">
                <a:solidFill>
                  <a:srgbClr val="1F1F1F"/>
                </a:solidFill>
                <a:latin typeface="Calibri"/>
                <a:cs typeface="Calibri"/>
              </a:rPr>
              <a:t>ومج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-57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ره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ماد</a:t>
            </a:r>
            <a:endParaRPr sz="1500">
              <a:latin typeface="Calibri"/>
              <a:cs typeface="Calibri"/>
            </a:endParaRPr>
          </a:p>
          <a:p>
            <a:pPr marL="97790">
              <a:lnSpc>
                <a:spcPct val="100000"/>
              </a:lnSpc>
              <a:spcBef>
                <a:spcPts val="455"/>
              </a:spcBef>
            </a:pP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ریداقم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4">
                <a:solidFill>
                  <a:srgbClr val="1F1F1F"/>
                </a:solidFill>
                <a:latin typeface="Calibri"/>
                <a:cs typeface="Calibri"/>
              </a:rPr>
              <a:t>هتسویپ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هعومجم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ره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هنماد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،لئاسم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baseline="3703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هتسویپ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یاهت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CSP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88900">
              <a:lnSpc>
                <a:spcPct val="100000"/>
              </a:lnSpc>
              <a:spcBef>
                <a:spcPts val="459"/>
              </a:spcBef>
            </a:pP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CSP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یدعب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0">
                <a:solidFill>
                  <a:srgbClr val="1F1F1F"/>
                </a:solidFill>
                <a:latin typeface="Calibri"/>
                <a:cs typeface="Calibri"/>
              </a:rPr>
              <a:t>هس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یاضف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تابور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سم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4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6666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24074" sz="2250" spc="-6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فای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هلئسم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0">
                <a:solidFill>
                  <a:srgbClr val="1F1F1F"/>
                </a:solidFill>
                <a:latin typeface="Calibri"/>
                <a:cs typeface="Calibri"/>
              </a:rPr>
              <a:t>،لاثم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ناونع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1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endParaRPr sz="1500">
              <a:latin typeface="Calibri"/>
              <a:cs typeface="Calibri"/>
            </a:endParaRPr>
          </a:p>
          <a:p>
            <a:pPr marL="307975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4">
                <a:solidFill>
                  <a:srgbClr val="1F1F1F"/>
                </a:solidFill>
                <a:latin typeface="Calibri"/>
                <a:cs typeface="Calibri"/>
              </a:rPr>
              <a:t>هتسویپ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رادقم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یدعب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0">
                <a:solidFill>
                  <a:srgbClr val="1F1F1F"/>
                </a:solidFill>
                <a:latin typeface="Calibri"/>
                <a:cs typeface="Calibri"/>
              </a:rPr>
              <a:t>هس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یاضف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هطقن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ره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تیعقوم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اریز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90">
                <a:solidFill>
                  <a:srgbClr val="1F1F1F"/>
                </a:solidFill>
                <a:latin typeface="Calibri"/>
                <a:cs typeface="Calibri"/>
              </a:rPr>
              <a:t>هتسویپ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یاهت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endParaRPr sz="1500">
              <a:latin typeface="Calibri"/>
              <a:cs typeface="Calibri"/>
            </a:endParaRPr>
          </a:p>
          <a:p>
            <a:pPr marL="262255" marR="68580" indent="5006340">
              <a:lnSpc>
                <a:spcPts val="2260"/>
              </a:lnSpc>
              <a:spcBef>
                <a:spcPts val="125"/>
              </a:spcBef>
            </a:pP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229">
                <a:solidFill>
                  <a:srgbClr val="1F1F1F"/>
                </a:solidFill>
                <a:latin typeface="Calibri"/>
                <a:cs typeface="Calibri"/>
              </a:rPr>
              <a:t>قع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 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2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8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یاضرا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95">
                <a:solidFill>
                  <a:srgbClr val="1F1F1F"/>
                </a:solidFill>
                <a:latin typeface="Calibri"/>
                <a:cs typeface="Calibri"/>
              </a:rPr>
              <a:t>لیک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)Backtracking(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درگبقع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endParaRPr sz="1500">
              <a:latin typeface="Calibri"/>
              <a:cs typeface="Calibri"/>
            </a:endParaRPr>
          </a:p>
          <a:p>
            <a:pPr algn="r" marR="69850">
              <a:lnSpc>
                <a:spcPct val="100000"/>
              </a:lnSpc>
              <a:spcBef>
                <a:spcPts val="300"/>
              </a:spcBef>
            </a:pPr>
            <a:r>
              <a:rPr dirty="0" baseline="3703" sz="2250" spc="-35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نکمم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مامت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سیررب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2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18518" sz="2250" spc="-63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18518" sz="2250" spc="4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0">
                <a:solidFill>
                  <a:srgbClr val="1F1F1F"/>
                </a:solidFill>
                <a:latin typeface="Calibri"/>
                <a:cs typeface="Calibri"/>
              </a:rPr>
              <a:t>شگزاب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دنیآرف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endParaRPr sz="1500">
              <a:latin typeface="Calibri"/>
              <a:cs typeface="Calibri"/>
            </a:endParaRPr>
          </a:p>
          <a:p>
            <a:pPr algn="r" marL="216535" marR="70485" indent="-3175">
              <a:lnSpc>
                <a:spcPct val="124700"/>
              </a:lnSpc>
              <a:spcBef>
                <a:spcPts val="15"/>
              </a:spcBef>
            </a:pP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صیصخت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اهت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baseline="-1851" sz="2250" spc="18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baseline="-1851" sz="2250" spc="1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یردت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85">
                <a:solidFill>
                  <a:srgbClr val="1F1F1F"/>
                </a:solidFill>
                <a:latin typeface="Calibri"/>
                <a:cs typeface="Calibri"/>
              </a:rPr>
              <a:t>روط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عوسر</a:t>
            </a:r>
            <a:r>
              <a:rPr dirty="0" baseline="18518" sz="2250" spc="-81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8518" sz="2250" spc="6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هیلوا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Calibri"/>
                <a:cs typeface="Calibri"/>
              </a:rPr>
              <a:t>تلاح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،درگبقع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ای</a:t>
            </a:r>
            <a:r>
              <a:rPr dirty="0" sz="1500" spc="-2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هدروآرب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تیدودحم </a:t>
            </a:r>
            <a:r>
              <a:rPr dirty="0" sz="1500" spc="-409">
                <a:solidFill>
                  <a:srgbClr val="1F1F1F"/>
                </a:solidFill>
                <a:latin typeface="Calibri"/>
                <a:cs typeface="Calibri"/>
              </a:rPr>
              <a:t>لیعف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صیصخت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ایآ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دنکمی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سیررب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،هلحرم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ره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baseline="3703" sz="2250" spc="-4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0">
                <a:solidFill>
                  <a:srgbClr val="1F1F1F"/>
                </a:solidFill>
                <a:latin typeface="Calibri"/>
                <a:cs typeface="Calibri"/>
              </a:rPr>
              <a:t>دهد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هدروآرب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رگا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8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دور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یدعب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1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،دنوش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هدروآرب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رگا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9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3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endParaRPr sz="1500">
              <a:latin typeface="Calibri"/>
              <a:cs typeface="Calibri"/>
            </a:endParaRPr>
          </a:p>
          <a:p>
            <a:pPr algn="r" marL="344805" marR="68580" indent="853440">
              <a:lnSpc>
                <a:spcPct val="124700"/>
              </a:lnSpc>
              <a:spcBef>
                <a:spcPts val="10"/>
              </a:spcBef>
            </a:pP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ناحتما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توافتم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صیصخت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ددرگ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زاب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0">
                <a:solidFill>
                  <a:srgbClr val="1F1F1F"/>
                </a:solidFill>
                <a:latin typeface="Calibri"/>
                <a:cs typeface="Calibri"/>
              </a:rPr>
              <a:t>لبق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هلحرم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،دنوشن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عییسو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فیط</a:t>
            </a:r>
            <a:r>
              <a:rPr dirty="0" sz="15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0">
                <a:solidFill>
                  <a:srgbClr val="1F1F1F"/>
                </a:solidFill>
                <a:latin typeface="Calibri"/>
                <a:cs typeface="Calibri"/>
              </a:rPr>
              <a:t>تسا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ریذپ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فاطعنا 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هداس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درگبقع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نامز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هدیچیپ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،لاح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79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دوش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4">
                <a:solidFill>
                  <a:srgbClr val="1F1F1F"/>
                </a:solidFill>
                <a:latin typeface="Calibri"/>
                <a:cs typeface="Calibri"/>
              </a:rPr>
              <a:t>یاضرا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endParaRPr sz="1500">
              <a:latin typeface="Calibri"/>
              <a:cs typeface="Calibri"/>
            </a:endParaRPr>
          </a:p>
          <a:p>
            <a:pPr algn="r" marR="69850">
              <a:lnSpc>
                <a:spcPct val="100000"/>
              </a:lnSpc>
              <a:spcBef>
                <a:spcPts val="455"/>
              </a:spcBef>
            </a:pPr>
            <a:r>
              <a:rPr dirty="0" baseline="3703" sz="2250" spc="-7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500" spc="-455">
                <a:solidFill>
                  <a:srgbClr val="1F1F1F"/>
                </a:solidFill>
                <a:latin typeface="Calibri"/>
                <a:cs typeface="Calibri"/>
              </a:rPr>
              <a:t>ص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ید</a:t>
            </a:r>
            <a:r>
              <a:rPr dirty="0" sz="1500" spc="1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86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38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576" y="809294"/>
            <a:ext cx="6468745" cy="3172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 marR="68580" indent="5427345">
              <a:lnSpc>
                <a:spcPct val="125299"/>
              </a:lnSpc>
              <a:spcBef>
                <a:spcPts val="95"/>
              </a:spcBef>
            </a:pP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55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434">
                <a:solidFill>
                  <a:srgbClr val="1F1F1F"/>
                </a:solidFill>
                <a:latin typeface="Calibri"/>
                <a:cs typeface="Calibri"/>
              </a:rPr>
              <a:t>ب 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 </a:t>
            </a:r>
            <a:r>
              <a:rPr dirty="0" sz="1500" spc="-484">
                <a:solidFill>
                  <a:srgbClr val="1F1F1F"/>
                </a:solidFill>
                <a:latin typeface="Calibri"/>
                <a:cs typeface="Calibri"/>
              </a:rPr>
              <a:t>کینکت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baseline="22222" sz="2250" spc="104">
                <a:solidFill>
                  <a:srgbClr val="1F1F1F"/>
                </a:solidFill>
                <a:latin typeface="Calibri"/>
                <a:cs typeface="Calibri"/>
              </a:rPr>
              <a:t>ی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15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درک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7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4074" sz="2250" spc="-254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4074" sz="22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لتخم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یاه </a:t>
            </a:r>
            <a:r>
              <a:rPr dirty="0" sz="1500" spc="-484">
                <a:solidFill>
                  <a:srgbClr val="1F1F1F"/>
                </a:solidFill>
                <a:latin typeface="Calibri"/>
                <a:cs typeface="Calibri"/>
              </a:rPr>
              <a:t>کینکت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ناوت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95">
                <a:solidFill>
                  <a:srgbClr val="1F1F1F"/>
                </a:solidFill>
                <a:latin typeface="Calibri"/>
                <a:cs typeface="Calibri"/>
              </a:rPr>
              <a:t>،درگبقع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اراک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دوبهب </a:t>
            </a:r>
            <a:r>
              <a:rPr dirty="0" sz="1500" spc="-3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endParaRPr sz="15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4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106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500" spc="7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77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endParaRPr sz="1500">
              <a:latin typeface="Calibri"/>
              <a:cs typeface="Calibri"/>
            </a:endParaRPr>
          </a:p>
          <a:p>
            <a:pPr marL="527050">
              <a:lnSpc>
                <a:spcPct val="100000"/>
              </a:lnSpc>
              <a:spcBef>
                <a:spcPts val="455"/>
              </a:spcBef>
            </a:pP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لامتحا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60">
                <a:solidFill>
                  <a:srgbClr val="1F1F1F"/>
                </a:solidFill>
                <a:latin typeface="Calibri"/>
                <a:cs typeface="Calibri"/>
              </a:rPr>
              <a:t>اهت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دهد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هزاجا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اهت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یدنب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هبتر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300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اهت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یدنب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40">
                <a:solidFill>
                  <a:srgbClr val="1F1F1F"/>
                </a:solidFill>
                <a:latin typeface="Calibri"/>
                <a:cs typeface="Calibri"/>
              </a:rPr>
              <a:t>هبتر</a:t>
            </a:r>
            <a:r>
              <a:rPr dirty="0" sz="1500" spc="10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2201545">
              <a:lnSpc>
                <a:spcPct val="100000"/>
              </a:lnSpc>
              <a:spcBef>
                <a:spcPts val="434"/>
              </a:spcBef>
            </a:pPr>
            <a:r>
              <a:rPr dirty="0" baseline="3703" sz="2250" spc="-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35">
                <a:solidFill>
                  <a:srgbClr val="1F1F1F"/>
                </a:solidFill>
                <a:latin typeface="Calibri"/>
                <a:cs typeface="Calibri"/>
              </a:rPr>
              <a:t>دهد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صیصخت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رتدوز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،دنوش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5">
                <a:solidFill>
                  <a:srgbClr val="1F1F1F"/>
                </a:solidFill>
                <a:latin typeface="Calibri"/>
                <a:cs typeface="Calibri"/>
              </a:rPr>
              <a:t>رجنم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7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دراد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baseline="24074" sz="2250" spc="-53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85">
                <a:solidFill>
                  <a:srgbClr val="1F1F1F"/>
                </a:solidFill>
                <a:latin typeface="Calibri"/>
                <a:cs typeface="Calibri"/>
              </a:rPr>
              <a:t>شیب</a:t>
            </a:r>
            <a:endParaRPr sz="1500">
              <a:latin typeface="Calibri"/>
              <a:cs typeface="Calibri"/>
            </a:endParaRPr>
          </a:p>
          <a:p>
            <a:pPr marL="237490">
              <a:lnSpc>
                <a:spcPct val="100000"/>
              </a:lnSpc>
              <a:spcBef>
                <a:spcPts val="455"/>
              </a:spcBef>
            </a:pP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5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05">
                <a:solidFill>
                  <a:srgbClr val="1F1F1F"/>
                </a:solidFill>
                <a:latin typeface="Calibri"/>
                <a:cs typeface="Calibri"/>
              </a:rPr>
              <a:t>سیررب</a:t>
            </a:r>
            <a:r>
              <a:rPr dirty="0" sz="1500" spc="-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دهد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هزاجا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4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307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تعمان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تلااح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فذح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26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1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26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85">
                <a:solidFill>
                  <a:srgbClr val="1F1F1F"/>
                </a:solidFill>
                <a:latin typeface="Calibri"/>
                <a:cs typeface="Calibri"/>
              </a:rPr>
              <a:t>تعمان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تلااح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فذح  </a:t>
            </a:r>
            <a:r>
              <a:rPr dirty="0" sz="1500" spc="2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3314065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3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910">
                <a:solidFill>
                  <a:srgbClr val="1F1F1F"/>
                </a:solidFill>
                <a:latin typeface="Calibri"/>
                <a:cs typeface="Calibri"/>
              </a:rPr>
              <a:t>گ</a:t>
            </a:r>
            <a:r>
              <a:rPr dirty="0" sz="1500" spc="6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500" spc="-44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،</a:t>
            </a:r>
            <a:r>
              <a:rPr dirty="0" sz="1500" spc="-11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80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4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500" spc="-64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500" spc="2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26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-41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-5555" sz="2250" spc="-50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-5555" sz="225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غ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اد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500" spc="-850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endParaRPr sz="1500">
              <a:latin typeface="Calibri"/>
              <a:cs typeface="Calibri"/>
            </a:endParaRPr>
          </a:p>
          <a:p>
            <a:pPr marL="472440">
              <a:lnSpc>
                <a:spcPct val="100000"/>
              </a:lnSpc>
              <a:spcBef>
                <a:spcPts val="455"/>
              </a:spcBef>
            </a:pP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دهد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هزاجا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5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2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اه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راشتنا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تیدودحم</a:t>
            </a:r>
            <a:r>
              <a:rPr dirty="0" sz="1500" spc="-1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راشتنا</a:t>
            </a:r>
            <a:r>
              <a:rPr dirty="0" sz="1500" spc="85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1500" spc="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173355">
              <a:lnSpc>
                <a:spcPct val="100000"/>
              </a:lnSpc>
              <a:spcBef>
                <a:spcPts val="430"/>
              </a:spcBef>
            </a:pPr>
            <a:r>
              <a:rPr dirty="0" baseline="3703" sz="2250" spc="-35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500" spc="-2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20">
                <a:solidFill>
                  <a:srgbClr val="1F1F1F"/>
                </a:solidFill>
                <a:latin typeface="Calibri"/>
                <a:cs typeface="Calibri"/>
              </a:rPr>
              <a:t>ادیپ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3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4074" sz="2250" spc="-644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4074" sz="2250" spc="-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95">
                <a:solidFill>
                  <a:srgbClr val="1F1F1F"/>
                </a:solidFill>
                <a:latin typeface="Calibri"/>
                <a:cs typeface="Calibri"/>
              </a:rPr>
              <a:t>عیسر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5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لح</a:t>
            </a:r>
            <a:r>
              <a:rPr dirty="0" sz="15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20">
                <a:solidFill>
                  <a:srgbClr val="1F1F1F"/>
                </a:solidFill>
                <a:latin typeface="Calibri"/>
                <a:cs typeface="Calibri"/>
              </a:rPr>
              <a:t>هار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80">
                <a:solidFill>
                  <a:srgbClr val="1F1F1F"/>
                </a:solidFill>
                <a:latin typeface="Calibri"/>
                <a:cs typeface="Calibri"/>
              </a:rPr>
              <a:t>ات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5">
                <a:solidFill>
                  <a:srgbClr val="1F1F1F"/>
                </a:solidFill>
                <a:latin typeface="Calibri"/>
                <a:cs typeface="Calibri"/>
              </a:rPr>
              <a:t>دنککمک</a:t>
            </a:r>
            <a:r>
              <a:rPr dirty="0" sz="1500" spc="-1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30">
                <a:solidFill>
                  <a:srgbClr val="1F1F1F"/>
                </a:solidFill>
                <a:latin typeface="Calibri"/>
                <a:cs typeface="Calibri"/>
              </a:rPr>
              <a:t>متیروگلا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35">
                <a:solidFill>
                  <a:srgbClr val="1F1F1F"/>
                </a:solidFill>
                <a:latin typeface="Calibri"/>
                <a:cs typeface="Calibri"/>
              </a:rPr>
              <a:t>دناوت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3703" sz="2250" spc="-14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-95">
                <a:solidFill>
                  <a:srgbClr val="1F1F1F"/>
                </a:solidFill>
                <a:latin typeface="Calibri"/>
                <a:cs typeface="Calibri"/>
              </a:rPr>
              <a:t>دنکلامعا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05">
                <a:solidFill>
                  <a:srgbClr val="1F1F1F"/>
                </a:solidFill>
                <a:latin typeface="Calibri"/>
                <a:cs typeface="Calibri"/>
              </a:rPr>
              <a:t>رگید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یاهت</a:t>
            </a:r>
            <a:r>
              <a:rPr dirty="0" baseline="-5555" sz="2250" spc="-21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5">
                <a:solidFill>
                  <a:srgbClr val="1F1F1F"/>
                </a:solidFill>
                <a:latin typeface="Calibri"/>
                <a:cs typeface="Calibri"/>
              </a:rPr>
              <a:t>غتم</a:t>
            </a:r>
            <a:endParaRPr sz="1500">
              <a:latin typeface="Calibri"/>
              <a:cs typeface="Calibri"/>
            </a:endParaRPr>
          </a:p>
          <a:p>
            <a:pPr marL="484505">
              <a:lnSpc>
                <a:spcPct val="100000"/>
              </a:lnSpc>
              <a:spcBef>
                <a:spcPts val="455"/>
              </a:spcBef>
            </a:pPr>
            <a:r>
              <a:rPr dirty="0" sz="1500" spc="-280">
                <a:solidFill>
                  <a:srgbClr val="1F1F1F"/>
                </a:solidFill>
                <a:latin typeface="Calibri"/>
                <a:cs typeface="Calibri"/>
              </a:rPr>
              <a:t>لباق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1F1F1F"/>
                </a:solidFill>
                <a:latin typeface="Calibri"/>
                <a:cs typeface="Calibri"/>
              </a:rPr>
              <a:t>نات</a:t>
            </a:r>
            <a:r>
              <a:rPr dirty="0" baseline="18518" sz="2250" spc="-3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-5555" sz="2250" spc="36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75">
                <a:solidFill>
                  <a:srgbClr val="1F1F1F"/>
                </a:solidFill>
                <a:latin typeface="Calibri"/>
                <a:cs typeface="Calibri"/>
              </a:rPr>
              <a:t>هب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75">
                <a:solidFill>
                  <a:srgbClr val="1F1F1F"/>
                </a:solidFill>
                <a:latin typeface="Calibri"/>
                <a:cs typeface="Calibri"/>
              </a:rPr>
              <a:t>هدیچیپ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0">
                <a:solidFill>
                  <a:srgbClr val="1F1F1F"/>
                </a:solidFill>
                <a:latin typeface="Calibri"/>
                <a:cs typeface="Calibri"/>
              </a:rPr>
              <a:t>لئاسم</a:t>
            </a:r>
            <a:r>
              <a:rPr dirty="0" sz="15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یارب</a:t>
            </a:r>
            <a:r>
              <a:rPr dirty="0" sz="15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0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5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40">
                <a:solidFill>
                  <a:srgbClr val="1F1F1F"/>
                </a:solidFill>
                <a:latin typeface="Calibri"/>
                <a:cs typeface="Calibri"/>
              </a:rPr>
              <a:t>درگبقع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85">
                <a:solidFill>
                  <a:srgbClr val="1F1F1F"/>
                </a:solidFill>
                <a:latin typeface="Calibri"/>
                <a:cs typeface="Calibri"/>
              </a:rPr>
              <a:t>یوجتسج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4814" sz="2250" spc="23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40">
                <a:solidFill>
                  <a:srgbClr val="1F1F1F"/>
                </a:solidFill>
                <a:latin typeface="Calibri"/>
                <a:cs typeface="Calibri"/>
              </a:rPr>
              <a:t>اراک</a:t>
            </a:r>
            <a:r>
              <a:rPr dirty="0" sz="15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15">
                <a:solidFill>
                  <a:srgbClr val="1F1F1F"/>
                </a:solidFill>
                <a:latin typeface="Calibri"/>
                <a:cs typeface="Calibri"/>
              </a:rPr>
              <a:t>ناوت</a:t>
            </a:r>
            <a:r>
              <a:rPr dirty="0" sz="15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60">
                <a:solidFill>
                  <a:srgbClr val="1F1F1F"/>
                </a:solidFill>
                <a:latin typeface="Calibri"/>
                <a:cs typeface="Calibri"/>
              </a:rPr>
              <a:t>،اه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484">
                <a:solidFill>
                  <a:srgbClr val="1F1F1F"/>
                </a:solidFill>
                <a:latin typeface="Calibri"/>
                <a:cs typeface="Calibri"/>
              </a:rPr>
              <a:t>کینکت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200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50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5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هدافتسا</a:t>
            </a:r>
            <a:r>
              <a:rPr dirty="0" sz="15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0">
                <a:solidFill>
                  <a:srgbClr val="1F1F1F"/>
                </a:solidFill>
                <a:latin typeface="Calibri"/>
                <a:cs typeface="Calibri"/>
              </a:rPr>
              <a:t>اب</a:t>
            </a:r>
            <a:endParaRPr sz="15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459"/>
              </a:spcBef>
            </a:pPr>
            <a:r>
              <a:rPr dirty="0" baseline="3703" sz="2250" spc="-10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500" spc="12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58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500" spc="-31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500" spc="30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وب</a:t>
            </a:r>
            <a:r>
              <a:rPr dirty="0" sz="1500" spc="-35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500" spc="-83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5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500" spc="-190">
                <a:solidFill>
                  <a:srgbClr val="1F1F1F"/>
                </a:solidFill>
                <a:latin typeface="Calibri"/>
                <a:cs typeface="Calibri"/>
              </a:rPr>
              <a:t>هی</a:t>
            </a:r>
            <a:r>
              <a:rPr dirty="0" sz="1500" spc="-25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500" spc="-390">
                <a:solidFill>
                  <a:srgbClr val="1F1F1F"/>
                </a:solidFill>
                <a:latin typeface="Calibri"/>
                <a:cs typeface="Calibri"/>
              </a:rPr>
              <a:t>وت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820" y="151892"/>
            <a:ext cx="2705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39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pc="10"/>
              <a:t>د</a:t>
            </a:r>
            <a:r>
              <a:rPr dirty="0" spc="-320"/>
              <a:t>ن</a:t>
            </a:r>
            <a:r>
              <a:rPr dirty="0" spc="-75"/>
              <a:t>م</a:t>
            </a:r>
            <a:r>
              <a:rPr dirty="0" spc="-195"/>
              <a:t>ش</a:t>
            </a:r>
            <a:r>
              <a:rPr dirty="0" spc="105"/>
              <a:t>و</a:t>
            </a:r>
            <a:r>
              <a:rPr dirty="0" spc="70"/>
              <a:t>ه</a:t>
            </a:r>
            <a:r>
              <a:rPr dirty="0" spc="-5"/>
              <a:t> </a:t>
            </a:r>
            <a:r>
              <a:rPr dirty="0" spc="-10"/>
              <a:t>ی</a:t>
            </a:r>
            <a:r>
              <a:rPr dirty="0" spc="30"/>
              <a:t>ا</a:t>
            </a:r>
            <a:r>
              <a:rPr dirty="0" spc="185"/>
              <a:t>ه</a:t>
            </a:r>
            <a:r>
              <a:rPr dirty="0" spc="15"/>
              <a:t> </a:t>
            </a:r>
            <a:r>
              <a:rPr dirty="0" spc="-10"/>
              <a:t>ل</a:t>
            </a:r>
            <a:r>
              <a:rPr dirty="0" spc="-535"/>
              <a:t>ف</a:t>
            </a:r>
            <a:r>
              <a:rPr dirty="0" spc="-400"/>
              <a:t>ق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9868" y="932434"/>
            <a:ext cx="6292850" cy="8484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8580">
              <a:lnSpc>
                <a:spcPct val="100000"/>
              </a:lnSpc>
              <a:spcBef>
                <a:spcPts val="100"/>
              </a:spcBef>
            </a:pPr>
            <a:r>
              <a:rPr dirty="0" baseline="5050" sz="1650" spc="-97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100" spc="-6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هدش</a:t>
            </a:r>
            <a:r>
              <a:rPr dirty="0" sz="11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05">
                <a:solidFill>
                  <a:srgbClr val="1F1F1F"/>
                </a:solidFill>
                <a:latin typeface="Calibri"/>
                <a:cs typeface="Calibri"/>
              </a:rPr>
              <a:t>هدروآ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05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45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sz="1100" spc="-2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هلاقم</a:t>
            </a:r>
            <a:r>
              <a:rPr dirty="0" sz="11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65">
                <a:solidFill>
                  <a:srgbClr val="1F1F1F"/>
                </a:solidFill>
                <a:latin typeface="Calibri"/>
                <a:cs typeface="Calibri"/>
              </a:rPr>
              <a:t>دیلوت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کمکیارب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15">
                <a:solidFill>
                  <a:srgbClr val="1F1F1F"/>
                </a:solidFill>
                <a:latin typeface="Calibri"/>
                <a:cs typeface="Calibri"/>
              </a:rPr>
              <a:t>سنرفر</a:t>
            </a:r>
            <a:r>
              <a:rPr dirty="0" sz="11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تیاس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40"/>
              </a:spcBef>
            </a:pP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IEEE</a:t>
            </a:r>
            <a:r>
              <a:rPr dirty="0" sz="11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Xplore  </a:t>
            </a:r>
            <a:r>
              <a:rPr dirty="0" sz="1100" spc="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.1</a:t>
            </a:r>
            <a:endParaRPr sz="1100">
              <a:latin typeface="Calibri"/>
              <a:cs typeface="Calibri"/>
            </a:endParaRPr>
          </a:p>
          <a:p>
            <a:pPr marL="4990465">
              <a:lnSpc>
                <a:spcPct val="100000"/>
              </a:lnSpc>
              <a:spcBef>
                <a:spcPts val="935"/>
              </a:spcBef>
            </a:pP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ScienceDirect</a:t>
            </a:r>
            <a:r>
              <a:rPr dirty="0" sz="1100" spc="6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.2</a:t>
            </a:r>
            <a:endParaRPr sz="1100">
              <a:latin typeface="Calibri"/>
              <a:cs typeface="Calibri"/>
            </a:endParaRPr>
          </a:p>
          <a:p>
            <a:pPr marL="4667250" marR="295275" indent="386715">
              <a:lnSpc>
                <a:spcPct val="169100"/>
              </a:lnSpc>
              <a:spcBef>
                <a:spcPts val="25"/>
              </a:spcBef>
            </a:pP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SpringerLink</a:t>
            </a:r>
            <a:r>
              <a:rPr dirty="0" sz="1100" spc="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.3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ACM</a:t>
            </a:r>
            <a:r>
              <a:rPr dirty="0" sz="11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Digital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Library</a:t>
            </a:r>
            <a:r>
              <a:rPr dirty="0" sz="1100" spc="6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.4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35"/>
              </a:spcBef>
            </a:pP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IEEE</a:t>
            </a:r>
            <a:r>
              <a:rPr dirty="0" sz="11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Access</a:t>
            </a:r>
            <a:r>
              <a:rPr dirty="0" sz="1100" spc="6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.5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40"/>
              </a:spcBef>
            </a:pP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Nature</a:t>
            </a:r>
            <a:r>
              <a:rPr dirty="0" sz="1100" spc="6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.6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35"/>
              </a:spcBef>
            </a:pP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Science</a:t>
            </a:r>
            <a:r>
              <a:rPr dirty="0" sz="1100" spc="6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.7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15"/>
              </a:spcBef>
            </a:pP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PLOS</a:t>
            </a:r>
            <a:r>
              <a:rPr dirty="0" sz="11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ONE</a:t>
            </a:r>
            <a:r>
              <a:rPr dirty="0" sz="1100" spc="6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.8</a:t>
            </a:r>
            <a:endParaRPr sz="1100">
              <a:latin typeface="Calibri"/>
              <a:cs typeface="Calibri"/>
            </a:endParaRPr>
          </a:p>
          <a:p>
            <a:pPr marL="3331845" marR="295275" indent="1271270">
              <a:lnSpc>
                <a:spcPts val="2260"/>
              </a:lnSpc>
              <a:spcBef>
                <a:spcPts val="225"/>
              </a:spcBef>
            </a:pP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IEEE</a:t>
            </a:r>
            <a:r>
              <a:rPr dirty="0" sz="11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Sensors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Journal</a:t>
            </a:r>
            <a:r>
              <a:rPr dirty="0" sz="1100" spc="20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.9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IEEE</a:t>
            </a:r>
            <a:r>
              <a:rPr dirty="0" sz="11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Transactions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on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Consumer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Electronics</a:t>
            </a:r>
            <a:r>
              <a:rPr dirty="0" sz="1100" spc="1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.10</a:t>
            </a:r>
            <a:endParaRPr sz="11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800"/>
              </a:spcBef>
            </a:pPr>
            <a:r>
              <a:rPr dirty="0" baseline="5050" sz="165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baseline="5050" sz="1650" spc="-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450">
                <a:solidFill>
                  <a:srgbClr val="1F1F1F"/>
                </a:solidFill>
                <a:latin typeface="Calibri"/>
                <a:cs typeface="Calibri"/>
              </a:rPr>
              <a:t>سیررب</a:t>
            </a:r>
            <a:r>
              <a:rPr dirty="0" baseline="5050" sz="1650" spc="-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179">
                <a:solidFill>
                  <a:srgbClr val="1F1F1F"/>
                </a:solidFill>
                <a:latin typeface="Calibri"/>
                <a:cs typeface="Calibri"/>
              </a:rPr>
              <a:t>هزوح</a:t>
            </a:r>
            <a:r>
              <a:rPr dirty="0" baseline="5050" sz="1650" spc="-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32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baseline="5050" sz="1650" spc="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32">
                <a:solidFill>
                  <a:srgbClr val="1F1F1F"/>
                </a:solidFill>
                <a:latin typeface="Calibri"/>
                <a:cs typeface="Calibri"/>
              </a:rPr>
              <a:t>ناصصختم</a:t>
            </a:r>
            <a:r>
              <a:rPr dirty="0" baseline="5050" sz="165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337">
                <a:solidFill>
                  <a:srgbClr val="1F1F1F"/>
                </a:solidFill>
                <a:latin typeface="Calibri"/>
                <a:cs typeface="Calibri"/>
              </a:rPr>
              <a:t>طسوت</a:t>
            </a:r>
            <a:r>
              <a:rPr dirty="0" baseline="5050" sz="1650" spc="-89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7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baseline="5050" sz="165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47">
                <a:solidFill>
                  <a:srgbClr val="1F1F1F"/>
                </a:solidFill>
                <a:latin typeface="Calibri"/>
                <a:cs typeface="Calibri"/>
              </a:rPr>
              <a:t>تیاس</a:t>
            </a:r>
            <a:r>
              <a:rPr dirty="0" baseline="5050" sz="16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32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baseline="5050" sz="1650" spc="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112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baseline="5050" sz="1650" spc="-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10101" sz="1650" spc="-29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baseline="5050" sz="1650" spc="-292">
                <a:solidFill>
                  <a:srgbClr val="1F1F1F"/>
                </a:solidFill>
                <a:latin typeface="Calibri"/>
                <a:cs typeface="Calibri"/>
              </a:rPr>
              <a:t>دننک</a:t>
            </a:r>
            <a:r>
              <a:rPr dirty="0" baseline="5050" sz="165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77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baseline="5050" sz="16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682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22727" sz="1650" spc="-6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727" sz="1650" spc="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450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baseline="5050" sz="1650" spc="-5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157">
                <a:solidFill>
                  <a:srgbClr val="1F1F1F"/>
                </a:solidFill>
                <a:latin typeface="Calibri"/>
                <a:cs typeface="Calibri"/>
              </a:rPr>
              <a:t>دنمشوه</a:t>
            </a:r>
            <a:r>
              <a:rPr dirty="0" baseline="5050" sz="165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52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baseline="5050" sz="1650" spc="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367">
                <a:solidFill>
                  <a:srgbClr val="1F1F1F"/>
                </a:solidFill>
                <a:latin typeface="Calibri"/>
                <a:cs typeface="Calibri"/>
              </a:rPr>
              <a:t>لفق</a:t>
            </a:r>
            <a:r>
              <a:rPr dirty="0" baseline="5050" sz="1650" spc="-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337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baseline="5050" sz="16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7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baseline="5050" sz="165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127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baseline="5050" sz="1650" spc="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25">
                <a:solidFill>
                  <a:srgbClr val="1F1F1F"/>
                </a:solidFill>
                <a:latin typeface="Calibri"/>
                <a:cs typeface="Calibri"/>
              </a:rPr>
              <a:t>یت</a:t>
            </a:r>
            <a:r>
              <a:rPr dirty="0" sz="1100" spc="-1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-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390">
                <a:solidFill>
                  <a:srgbClr val="1F1F1F"/>
                </a:solidFill>
                <a:latin typeface="Calibri"/>
                <a:cs typeface="Calibri"/>
              </a:rPr>
              <a:t>تعم</a:t>
            </a:r>
            <a:r>
              <a:rPr dirty="0" baseline="5050" sz="1650" spc="-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112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baseline="5050" sz="1650" spc="-8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75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baseline="5050" sz="1650" spc="-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47">
                <a:solidFill>
                  <a:srgbClr val="1F1F1F"/>
                </a:solidFill>
                <a:latin typeface="Calibri"/>
                <a:cs typeface="Calibri"/>
              </a:rPr>
              <a:t>تیاس</a:t>
            </a:r>
            <a:r>
              <a:rPr dirty="0" baseline="5050" sz="1650" spc="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32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endParaRPr baseline="5050" sz="165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815"/>
              </a:spcBef>
            </a:pPr>
            <a:r>
              <a:rPr dirty="0" baseline="5050" sz="1650" spc="-6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5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100" spc="-25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100" spc="-15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100" spc="-14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100" spc="-55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100" spc="4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خ</a:t>
            </a:r>
            <a:r>
              <a:rPr dirty="0" sz="1100" spc="-285">
                <a:solidFill>
                  <a:srgbClr val="1F1F1F"/>
                </a:solidFill>
                <a:latin typeface="Calibri"/>
                <a:cs typeface="Calibri"/>
              </a:rPr>
              <a:t>رب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2626" sz="1650" spc="14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10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sz="1100" spc="5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100" spc="-61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sz="11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100" spc="-4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100" spc="-50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sz="1100" spc="-40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100" spc="-40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100" spc="-38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4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100" spc="-29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65">
                <a:solidFill>
                  <a:srgbClr val="1F1F1F"/>
                </a:solidFill>
                <a:latin typeface="Calibri"/>
                <a:cs typeface="Calibri"/>
              </a:rPr>
              <a:t>ب</a:t>
            </a:r>
            <a:r>
              <a:rPr dirty="0" baseline="-12626" sz="165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baseline="-12626" sz="1650" spc="-23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100" spc="-62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100" spc="-55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endParaRPr sz="1100">
              <a:latin typeface="Calibri"/>
              <a:cs typeface="Calibri"/>
            </a:endParaRPr>
          </a:p>
          <a:p>
            <a:pPr algn="r" marR="68580">
              <a:lnSpc>
                <a:spcPct val="100000"/>
              </a:lnSpc>
              <a:spcBef>
                <a:spcPts val="940"/>
              </a:spcBef>
            </a:pPr>
            <a:r>
              <a:rPr dirty="0" baseline="5050" sz="1650" spc="-89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sz="1100" spc="-60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هدش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05">
                <a:solidFill>
                  <a:srgbClr val="1F1F1F"/>
                </a:solidFill>
                <a:latin typeface="Calibri"/>
                <a:cs typeface="Calibri"/>
              </a:rPr>
              <a:t>هدروآ</a:t>
            </a:r>
            <a:r>
              <a:rPr dirty="0" sz="11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1F1F1F"/>
                </a:solidFill>
                <a:latin typeface="Calibri"/>
                <a:cs typeface="Calibri"/>
              </a:rPr>
              <a:t>اه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تیاس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45">
                <a:solidFill>
                  <a:srgbClr val="1F1F1F"/>
                </a:solidFill>
                <a:latin typeface="Calibri"/>
                <a:cs typeface="Calibri"/>
              </a:rPr>
              <a:t>نیا</a:t>
            </a:r>
            <a:r>
              <a:rPr dirty="0" sz="11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زا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5">
                <a:solidFill>
                  <a:srgbClr val="1F1F1F"/>
                </a:solidFill>
                <a:latin typeface="Calibri"/>
                <a:cs typeface="Calibri"/>
              </a:rPr>
              <a:t>ره</a:t>
            </a:r>
            <a:r>
              <a:rPr dirty="0" sz="11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45">
                <a:solidFill>
                  <a:srgbClr val="1F1F1F"/>
                </a:solidFill>
                <a:latin typeface="Calibri"/>
                <a:cs typeface="Calibri"/>
              </a:rPr>
              <a:t>دروم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 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یصرتخم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75">
                <a:solidFill>
                  <a:srgbClr val="1F1F1F"/>
                </a:solidFill>
                <a:latin typeface="Calibri"/>
                <a:cs typeface="Calibri"/>
              </a:rPr>
              <a:t>حیضوت</a:t>
            </a:r>
            <a:r>
              <a:rPr dirty="0" sz="11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1F1F1F"/>
                </a:solidFill>
                <a:latin typeface="Calibri"/>
                <a:cs typeface="Calibri"/>
              </a:rPr>
              <a:t>اجنیا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35"/>
              </a:spcBef>
            </a:pPr>
            <a:r>
              <a:rPr dirty="0" sz="1100" spc="-170">
                <a:solidFill>
                  <a:srgbClr val="1F1F1F"/>
                </a:solidFill>
                <a:latin typeface="Calibri"/>
                <a:cs typeface="Calibri"/>
              </a:rPr>
              <a:t>سیدنهم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میلع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فلتخم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25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1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IEEE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سنارفنک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تلاجم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نیلانآ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هداد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15">
                <a:solidFill>
                  <a:srgbClr val="1F1F1F"/>
                </a:solidFill>
                <a:latin typeface="Calibri"/>
                <a:cs typeface="Calibri"/>
              </a:rPr>
              <a:t>هاگیاپ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2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IEEE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Xplore    </a:t>
            </a:r>
            <a:r>
              <a:rPr dirty="0" sz="1100" spc="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23875">
              <a:lnSpc>
                <a:spcPct val="100000"/>
              </a:lnSpc>
              <a:spcBef>
                <a:spcPts val="935"/>
              </a:spcBef>
            </a:pPr>
            <a:r>
              <a:rPr dirty="0" baseline="5050" sz="1650" spc="-6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46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1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7676" sz="1650" spc="-10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7676" sz="1650" spc="12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15"/>
              </a:spcBef>
            </a:pP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میلع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فلتخم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29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1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Elsevier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سنارفنک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تلاجم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نیلانآ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هداد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15">
                <a:solidFill>
                  <a:srgbClr val="1F1F1F"/>
                </a:solidFill>
                <a:latin typeface="Calibri"/>
                <a:cs typeface="Calibri"/>
              </a:rPr>
              <a:t>هاگیاپ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ScienceDirect</a:t>
            </a:r>
            <a:r>
              <a:rPr dirty="0" sz="1100" spc="4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4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24510">
              <a:lnSpc>
                <a:spcPct val="100000"/>
              </a:lnSpc>
              <a:spcBef>
                <a:spcPts val="935"/>
              </a:spcBef>
            </a:pPr>
            <a:r>
              <a:rPr dirty="0" baseline="5050" sz="1650" spc="-6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46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1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7676" sz="1650" spc="-10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7676" sz="1650" spc="12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سی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254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35"/>
              </a:spcBef>
            </a:pPr>
            <a:r>
              <a:rPr dirty="0" sz="1100" spc="-170">
                <a:solidFill>
                  <a:srgbClr val="1F1F1F"/>
                </a:solidFill>
                <a:latin typeface="Calibri"/>
                <a:cs typeface="Calibri"/>
              </a:rPr>
              <a:t>فلتخم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29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1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Springer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Nature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سنارفنک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تلاجم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نیلانآ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هداد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15">
                <a:solidFill>
                  <a:srgbClr val="1F1F1F"/>
                </a:solidFill>
                <a:latin typeface="Calibri"/>
                <a:cs typeface="Calibri"/>
              </a:rPr>
              <a:t>هاگیاپ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SpringerLink    </a:t>
            </a:r>
            <a:r>
              <a:rPr dirty="0" sz="1100" spc="10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24510">
              <a:lnSpc>
                <a:spcPct val="100000"/>
              </a:lnSpc>
              <a:spcBef>
                <a:spcPts val="940"/>
              </a:spcBef>
            </a:pPr>
            <a:r>
              <a:rPr dirty="0" baseline="5050" sz="1650" spc="-6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95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46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7676" sz="1650" spc="-10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7676" sz="1650" spc="12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1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سی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254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100" spc="-1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100" spc="-32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100" spc="-114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10"/>
              </a:spcBef>
            </a:pP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Association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for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Computing</a:t>
            </a:r>
            <a:r>
              <a:rPr dirty="0" sz="1100" spc="2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سنارفنک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تلاجم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نیلانآ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هداد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15">
                <a:solidFill>
                  <a:srgbClr val="1F1F1F"/>
                </a:solidFill>
                <a:latin typeface="Calibri"/>
                <a:cs typeface="Calibri"/>
              </a:rPr>
              <a:t>هاگیاپ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ACM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Digital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Library</a:t>
            </a:r>
            <a:r>
              <a:rPr dirty="0" sz="1100" spc="4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4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25780">
              <a:lnSpc>
                <a:spcPct val="100000"/>
              </a:lnSpc>
              <a:spcBef>
                <a:spcPts val="940"/>
              </a:spcBef>
            </a:pPr>
            <a:r>
              <a:rPr dirty="0" baseline="5050" sz="1650" spc="-270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-180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100" spc="-1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45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7676" sz="1650" spc="-6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7676" sz="1650" spc="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00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70">
                <a:solidFill>
                  <a:srgbClr val="1F1F1F"/>
                </a:solidFill>
                <a:latin typeface="Calibri"/>
                <a:cs typeface="Calibri"/>
              </a:rPr>
              <a:t>رتویپماک</a:t>
            </a:r>
            <a:r>
              <a:rPr dirty="0" sz="1100" spc="-114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10">
                <a:solidFill>
                  <a:srgbClr val="1F1F1F"/>
                </a:solidFill>
                <a:latin typeface="Calibri"/>
                <a:cs typeface="Calibri"/>
              </a:rPr>
              <a:t>مولع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0">
                <a:solidFill>
                  <a:srgbClr val="1F1F1F"/>
                </a:solidFill>
                <a:latin typeface="Calibri"/>
                <a:cs typeface="Calibri"/>
              </a:rPr>
              <a:t>فلتخم</a:t>
            </a:r>
            <a:r>
              <a:rPr dirty="0" sz="11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29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sz="1100" spc="-1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1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Machinery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(ACM)</a:t>
            </a:r>
            <a:endParaRPr sz="1100">
              <a:latin typeface="Calibri"/>
              <a:cs typeface="Calibri"/>
            </a:endParaRPr>
          </a:p>
          <a:p>
            <a:pPr algn="r" marR="295275">
              <a:lnSpc>
                <a:spcPct val="100000"/>
              </a:lnSpc>
              <a:spcBef>
                <a:spcPts val="935"/>
              </a:spcBef>
            </a:pPr>
            <a:r>
              <a:rPr dirty="0" baseline="5050" sz="1650" spc="-254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-170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45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7676" sz="1650" spc="-6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7676" sz="165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00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1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10">
                <a:solidFill>
                  <a:srgbClr val="1F1F1F"/>
                </a:solidFill>
                <a:latin typeface="Calibri"/>
                <a:cs typeface="Calibri"/>
              </a:rPr>
              <a:t>مولع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100" spc="-170">
                <a:solidFill>
                  <a:srgbClr val="1F1F1F"/>
                </a:solidFill>
                <a:latin typeface="Calibri"/>
                <a:cs typeface="Calibri"/>
              </a:rPr>
              <a:t>سیدنهم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فلتخم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29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نیلانآ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1F1F1F"/>
                </a:solidFill>
                <a:latin typeface="Calibri"/>
                <a:cs typeface="Calibri"/>
              </a:rPr>
              <a:t>هلجم</a:t>
            </a:r>
            <a:r>
              <a:rPr dirty="0" sz="11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IEEE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Access</a:t>
            </a:r>
            <a:r>
              <a:rPr dirty="0" sz="1100" spc="4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4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295275">
              <a:lnSpc>
                <a:spcPct val="100000"/>
              </a:lnSpc>
              <a:spcBef>
                <a:spcPts val="935"/>
              </a:spcBef>
            </a:pPr>
            <a:r>
              <a:rPr dirty="0" baseline="5050" sz="1650" spc="-26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45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7676" sz="1650" spc="-6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7676" sz="165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00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1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0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15">
                <a:solidFill>
                  <a:srgbClr val="1F1F1F"/>
                </a:solidFill>
                <a:latin typeface="Calibri"/>
                <a:cs typeface="Calibri"/>
              </a:rPr>
              <a:t>سیانش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00">
                <a:solidFill>
                  <a:srgbClr val="1F1F1F"/>
                </a:solidFill>
                <a:latin typeface="Calibri"/>
                <a:cs typeface="Calibri"/>
              </a:rPr>
              <a:t>تسیز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sz="1100" spc="-335">
                <a:solidFill>
                  <a:srgbClr val="1F1F1F"/>
                </a:solidFill>
                <a:latin typeface="Calibri"/>
                <a:cs typeface="Calibri"/>
              </a:rPr>
              <a:t>عییبط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10">
                <a:solidFill>
                  <a:srgbClr val="1F1F1F"/>
                </a:solidFill>
                <a:latin typeface="Calibri"/>
                <a:cs typeface="Calibri"/>
              </a:rPr>
              <a:t>مولع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فلتخم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29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1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میلع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1F1F1F"/>
                </a:solidFill>
                <a:latin typeface="Calibri"/>
                <a:cs typeface="Calibri"/>
              </a:rPr>
              <a:t>هلجم</a:t>
            </a:r>
            <a:r>
              <a:rPr dirty="0" sz="11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Nature</a:t>
            </a:r>
            <a:r>
              <a:rPr dirty="0" sz="1100" spc="4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4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295275">
              <a:lnSpc>
                <a:spcPct val="100000"/>
              </a:lnSpc>
              <a:spcBef>
                <a:spcPts val="1010"/>
              </a:spcBef>
            </a:pPr>
            <a:r>
              <a:rPr dirty="0" baseline="10101" sz="1650" spc="-26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baseline="5050" sz="1650" spc="-262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baseline="5050" sz="165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77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baseline="5050" sz="16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682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22727" sz="1650" spc="-6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2727" sz="165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450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baseline="5050" sz="1650" spc="-8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127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baseline="5050" sz="165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322">
                <a:solidFill>
                  <a:srgbClr val="1F1F1F"/>
                </a:solidFill>
                <a:latin typeface="Calibri"/>
                <a:cs typeface="Calibri"/>
              </a:rPr>
              <a:t>سیانش</a:t>
            </a:r>
            <a:r>
              <a:rPr dirty="0" baseline="5050" sz="16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300">
                <a:solidFill>
                  <a:srgbClr val="1F1F1F"/>
                </a:solidFill>
                <a:latin typeface="Calibri"/>
                <a:cs typeface="Calibri"/>
              </a:rPr>
              <a:t>تسیز</a:t>
            </a:r>
            <a:r>
              <a:rPr dirty="0" baseline="5050" sz="1650" spc="-11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>
                <a:solidFill>
                  <a:srgbClr val="1F1F1F"/>
                </a:solidFill>
                <a:latin typeface="Calibri"/>
                <a:cs typeface="Calibri"/>
              </a:rPr>
              <a:t>و </a:t>
            </a:r>
            <a:r>
              <a:rPr dirty="0" baseline="5050" sz="1650" spc="-502">
                <a:solidFill>
                  <a:srgbClr val="1F1F1F"/>
                </a:solidFill>
                <a:latin typeface="Calibri"/>
                <a:cs typeface="Calibri"/>
              </a:rPr>
              <a:t>گیت</a:t>
            </a:r>
            <a:r>
              <a:rPr dirty="0" baseline="22727" sz="1650" spc="-50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100" spc="2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810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5050" sz="165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157">
                <a:solidFill>
                  <a:srgbClr val="1F1F1F"/>
                </a:solidFill>
                <a:latin typeface="Calibri"/>
                <a:cs typeface="Calibri"/>
              </a:rPr>
              <a:t>مولع</a:t>
            </a:r>
            <a:r>
              <a:rPr dirty="0" baseline="5050" sz="1650" spc="-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54">
                <a:solidFill>
                  <a:srgbClr val="1F1F1F"/>
                </a:solidFill>
                <a:latin typeface="Calibri"/>
                <a:cs typeface="Calibri"/>
              </a:rPr>
              <a:t>فلتخم</a:t>
            </a:r>
            <a:r>
              <a:rPr dirty="0" baseline="5050" sz="1650" spc="-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52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baseline="5050" sz="1650" spc="-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345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baseline="5050" sz="1650" spc="-1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7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baseline="5050" sz="16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112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baseline="5050" sz="165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525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baseline="5050" sz="1650" spc="-1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112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baseline="5050" sz="165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40">
                <a:solidFill>
                  <a:srgbClr val="1F1F1F"/>
                </a:solidFill>
                <a:latin typeface="Calibri"/>
                <a:cs typeface="Calibri"/>
              </a:rPr>
              <a:t>میلع</a:t>
            </a:r>
            <a:r>
              <a:rPr dirty="0" baseline="5050" sz="1650" spc="-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209">
                <a:solidFill>
                  <a:srgbClr val="1F1F1F"/>
                </a:solidFill>
                <a:latin typeface="Calibri"/>
                <a:cs typeface="Calibri"/>
              </a:rPr>
              <a:t>هلجم</a:t>
            </a:r>
            <a:r>
              <a:rPr dirty="0" baseline="5050" sz="1650" spc="22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-352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baseline="5050" sz="1650" spc="-7">
                <a:solidFill>
                  <a:srgbClr val="1F1F1F"/>
                </a:solidFill>
                <a:latin typeface="Calibri"/>
                <a:cs typeface="Calibri"/>
              </a:rPr>
              <a:t> Science</a:t>
            </a:r>
            <a:r>
              <a:rPr dirty="0" baseline="5050" sz="1650" spc="6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050" sz="1650" spc="63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baseline="5555" sz="15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baseline="5555" sz="1500">
              <a:latin typeface="Symbol"/>
              <a:cs typeface="Symbol"/>
            </a:endParaRPr>
          </a:p>
          <a:p>
            <a:pPr>
              <a:lnSpc>
                <a:spcPct val="100000"/>
              </a:lnSpc>
            </a:pPr>
            <a:endParaRPr sz="1500">
              <a:latin typeface="Symbol"/>
              <a:cs typeface="Symbol"/>
            </a:endParaRPr>
          </a:p>
          <a:p>
            <a:pPr algn="r" marR="295275">
              <a:lnSpc>
                <a:spcPct val="100000"/>
              </a:lnSpc>
              <a:spcBef>
                <a:spcPts val="1260"/>
              </a:spcBef>
            </a:pPr>
            <a:r>
              <a:rPr dirty="0" baseline="5050" sz="1650" spc="-26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45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7676" sz="1650" spc="-6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7676" sz="165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00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1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10">
                <a:solidFill>
                  <a:srgbClr val="1F1F1F"/>
                </a:solidFill>
                <a:latin typeface="Calibri"/>
                <a:cs typeface="Calibri"/>
              </a:rPr>
              <a:t>مولع</a:t>
            </a:r>
            <a:r>
              <a:rPr dirty="0" sz="11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0">
                <a:solidFill>
                  <a:srgbClr val="1F1F1F"/>
                </a:solidFill>
                <a:latin typeface="Calibri"/>
                <a:cs typeface="Calibri"/>
              </a:rPr>
              <a:t>فلتخم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29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میلع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1F1F1F"/>
                </a:solidFill>
                <a:latin typeface="Calibri"/>
                <a:cs typeface="Calibri"/>
              </a:rPr>
              <a:t>هلجم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PLOS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ONE</a:t>
            </a:r>
            <a:r>
              <a:rPr dirty="0" sz="1100" spc="4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4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295275">
              <a:lnSpc>
                <a:spcPct val="100000"/>
              </a:lnSpc>
              <a:spcBef>
                <a:spcPts val="935"/>
              </a:spcBef>
            </a:pPr>
            <a:r>
              <a:rPr dirty="0" baseline="5050" sz="1650" spc="-26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45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7676" sz="1650" spc="-682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7676" sz="1650" spc="1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00">
                <a:solidFill>
                  <a:srgbClr val="1F1F1F"/>
                </a:solidFill>
                <a:latin typeface="Calibri"/>
                <a:cs typeface="Calibri"/>
              </a:rPr>
              <a:t>تنم</a:t>
            </a:r>
            <a:r>
              <a:rPr dirty="0" sz="11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0">
                <a:solidFill>
                  <a:srgbClr val="1F1F1F"/>
                </a:solidFill>
                <a:latin typeface="Calibri"/>
                <a:cs typeface="Calibri"/>
              </a:rPr>
              <a:t>ار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رگسح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یاه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95">
                <a:solidFill>
                  <a:srgbClr val="1F1F1F"/>
                </a:solidFill>
                <a:latin typeface="Calibri"/>
                <a:cs typeface="Calibri"/>
              </a:rPr>
              <a:t>متسیس</a:t>
            </a:r>
            <a:r>
              <a:rPr dirty="0" sz="11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1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55">
                <a:solidFill>
                  <a:srgbClr val="1F1F1F"/>
                </a:solidFill>
                <a:latin typeface="Calibri"/>
                <a:cs typeface="Calibri"/>
              </a:rPr>
              <a:t>اهرگسح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29">
                <a:solidFill>
                  <a:srgbClr val="1F1F1F"/>
                </a:solidFill>
                <a:latin typeface="Calibri"/>
                <a:cs typeface="Calibri"/>
              </a:rPr>
              <a:t>هنیمز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رد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تلااقم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تسا</a:t>
            </a:r>
            <a:r>
              <a:rPr dirty="0" sz="1100" spc="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0">
                <a:solidFill>
                  <a:srgbClr val="1F1F1F"/>
                </a:solidFill>
                <a:latin typeface="Calibri"/>
                <a:cs typeface="Calibri"/>
              </a:rPr>
              <a:t>میلع</a:t>
            </a:r>
            <a:r>
              <a:rPr dirty="0" sz="1100" spc="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40">
                <a:solidFill>
                  <a:srgbClr val="1F1F1F"/>
                </a:solidFill>
                <a:latin typeface="Calibri"/>
                <a:cs typeface="Calibri"/>
              </a:rPr>
              <a:t>هلجم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35">
                <a:solidFill>
                  <a:srgbClr val="1F1F1F"/>
                </a:solidFill>
                <a:latin typeface="Calibri"/>
                <a:cs typeface="Calibri"/>
              </a:rPr>
              <a:t>کی</a:t>
            </a:r>
            <a:r>
              <a:rPr dirty="0" sz="1100" spc="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IEEE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Sensors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Journal</a:t>
            </a:r>
            <a:r>
              <a:rPr dirty="0" sz="1100" spc="4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4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295275">
              <a:lnSpc>
                <a:spcPct val="100000"/>
              </a:lnSpc>
              <a:spcBef>
                <a:spcPts val="915"/>
              </a:spcBef>
            </a:pPr>
            <a:r>
              <a:rPr dirty="0" sz="1100" spc="-185">
                <a:solidFill>
                  <a:srgbClr val="1F1F1F"/>
                </a:solidFill>
                <a:latin typeface="Calibri"/>
                <a:cs typeface="Calibri"/>
              </a:rPr>
              <a:t>می</a:t>
            </a:r>
            <a:r>
              <a:rPr dirty="0" sz="1100" spc="-8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ش</a:t>
            </a:r>
            <a:r>
              <a:rPr dirty="0" baseline="17676" sz="1650" spc="-10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17676" sz="1650" spc="12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57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100" spc="-290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100" spc="-6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6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455">
                <a:solidFill>
                  <a:srgbClr val="1F1F1F"/>
                </a:solidFill>
                <a:latin typeface="Calibri"/>
                <a:cs typeface="Calibri"/>
              </a:rPr>
              <a:t>ف</a:t>
            </a:r>
            <a:r>
              <a:rPr dirty="0" baseline="27777" sz="165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baseline="27777" sz="165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55">
                <a:solidFill>
                  <a:srgbClr val="1F1F1F"/>
                </a:solidFill>
                <a:latin typeface="Calibri"/>
                <a:cs typeface="Calibri"/>
              </a:rPr>
              <a:t>صر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1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100" spc="-4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100" spc="-38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75">
                <a:solidFill>
                  <a:srgbClr val="1F1F1F"/>
                </a:solidFill>
                <a:latin typeface="Calibri"/>
                <a:cs typeface="Calibri"/>
              </a:rPr>
              <a:t>و</a:t>
            </a:r>
            <a:r>
              <a:rPr dirty="0" sz="1100" spc="-33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baseline="25252" sz="1650" spc="-442">
                <a:solidFill>
                  <a:srgbClr val="1F1F1F"/>
                </a:solidFill>
                <a:latin typeface="Calibri"/>
                <a:cs typeface="Calibri"/>
              </a:rPr>
              <a:t>:</a:t>
            </a:r>
            <a:r>
              <a:rPr dirty="0" baseline="25252" sz="1650" spc="-127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484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100" spc="-36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75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100" spc="-245">
                <a:solidFill>
                  <a:srgbClr val="1F1F1F"/>
                </a:solidFill>
                <a:latin typeface="Calibri"/>
                <a:cs typeface="Calibri"/>
              </a:rPr>
              <a:t>ن</a:t>
            </a:r>
            <a:r>
              <a:rPr dirty="0" sz="1100" spc="-4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100" spc="-19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ز</a:t>
            </a:r>
            <a:r>
              <a:rPr dirty="0" sz="1100" spc="-9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ر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د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100" spc="-65">
                <a:solidFill>
                  <a:srgbClr val="1F1F1F"/>
                </a:solidFill>
                <a:latin typeface="Calibri"/>
                <a:cs typeface="Calibri"/>
              </a:rPr>
              <a:t>لا</a:t>
            </a:r>
            <a:r>
              <a:rPr dirty="0" sz="1100" spc="-5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100" spc="-130">
                <a:solidFill>
                  <a:srgbClr val="1F1F1F"/>
                </a:solidFill>
                <a:latin typeface="Calibri"/>
                <a:cs typeface="Calibri"/>
              </a:rPr>
              <a:t>قم</a:t>
            </a:r>
            <a:r>
              <a:rPr dirty="0" sz="11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50">
                <a:solidFill>
                  <a:srgbClr val="1F1F1F"/>
                </a:solidFill>
                <a:latin typeface="Calibri"/>
                <a:cs typeface="Calibri"/>
              </a:rPr>
              <a:t>هک</a:t>
            </a:r>
            <a:r>
              <a:rPr dirty="0" sz="11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1F1F1F"/>
                </a:solidFill>
                <a:latin typeface="Calibri"/>
                <a:cs typeface="Calibri"/>
              </a:rPr>
              <a:t>ت</a:t>
            </a:r>
            <a:r>
              <a:rPr dirty="0" sz="1100" spc="-250">
                <a:solidFill>
                  <a:srgbClr val="1F1F1F"/>
                </a:solidFill>
                <a:latin typeface="Calibri"/>
                <a:cs typeface="Calibri"/>
              </a:rPr>
              <a:t>س</a:t>
            </a:r>
            <a:r>
              <a:rPr dirty="0" sz="1100" spc="-55">
                <a:solidFill>
                  <a:srgbClr val="1F1F1F"/>
                </a:solidFill>
                <a:latin typeface="Calibri"/>
                <a:cs typeface="Calibri"/>
              </a:rPr>
              <a:t>ا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80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100" spc="-130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100" spc="-295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100" spc="-114">
                <a:solidFill>
                  <a:srgbClr val="1F1F1F"/>
                </a:solidFill>
                <a:latin typeface="Calibri"/>
                <a:cs typeface="Calibri"/>
              </a:rPr>
              <a:t>ع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300">
                <a:solidFill>
                  <a:srgbClr val="1F1F1F"/>
                </a:solidFill>
                <a:latin typeface="Calibri"/>
                <a:cs typeface="Calibri"/>
              </a:rPr>
              <a:t>ه</a:t>
            </a:r>
            <a:r>
              <a:rPr dirty="0" sz="1100" spc="-250">
                <a:solidFill>
                  <a:srgbClr val="1F1F1F"/>
                </a:solidFill>
                <a:latin typeface="Calibri"/>
                <a:cs typeface="Calibri"/>
              </a:rPr>
              <a:t>ل</a:t>
            </a:r>
            <a:r>
              <a:rPr dirty="0" sz="1100" spc="30">
                <a:solidFill>
                  <a:srgbClr val="1F1F1F"/>
                </a:solidFill>
                <a:latin typeface="Calibri"/>
                <a:cs typeface="Calibri"/>
              </a:rPr>
              <a:t>ج</a:t>
            </a:r>
            <a:r>
              <a:rPr dirty="0" sz="1100" spc="-35">
                <a:solidFill>
                  <a:srgbClr val="1F1F1F"/>
                </a:solidFill>
                <a:latin typeface="Calibri"/>
                <a:cs typeface="Calibri"/>
              </a:rPr>
              <a:t>م</a:t>
            </a:r>
            <a:r>
              <a:rPr dirty="0" sz="11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250">
                <a:solidFill>
                  <a:srgbClr val="1F1F1F"/>
                </a:solidFill>
                <a:latin typeface="Calibri"/>
                <a:cs typeface="Calibri"/>
              </a:rPr>
              <a:t>ک</a:t>
            </a:r>
            <a:r>
              <a:rPr dirty="0" sz="1100" spc="-195">
                <a:solidFill>
                  <a:srgbClr val="1F1F1F"/>
                </a:solidFill>
                <a:latin typeface="Calibri"/>
                <a:cs typeface="Calibri"/>
              </a:rPr>
              <a:t>ی</a:t>
            </a:r>
            <a:r>
              <a:rPr dirty="0" sz="11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I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EE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E</a:t>
            </a:r>
            <a:r>
              <a:rPr dirty="0" sz="11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T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ra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n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1100" spc="20">
                <a:solidFill>
                  <a:srgbClr val="1F1F1F"/>
                </a:solidFill>
                <a:latin typeface="Calibri"/>
                <a:cs typeface="Calibri"/>
              </a:rPr>
              <a:t>a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c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t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i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o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n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o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n</a:t>
            </a:r>
            <a:r>
              <a:rPr dirty="0" sz="1100" spc="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C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o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nsum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er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E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l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e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ct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r</a:t>
            </a:r>
            <a:r>
              <a:rPr dirty="0" sz="1100" spc="-10">
                <a:solidFill>
                  <a:srgbClr val="1F1F1F"/>
                </a:solidFill>
                <a:latin typeface="Calibri"/>
                <a:cs typeface="Calibri"/>
              </a:rPr>
              <a:t>o</a:t>
            </a:r>
            <a:r>
              <a:rPr dirty="0" sz="1100" spc="-5">
                <a:solidFill>
                  <a:srgbClr val="1F1F1F"/>
                </a:solidFill>
                <a:latin typeface="Calibri"/>
                <a:cs typeface="Calibri"/>
              </a:rPr>
              <a:t>n</a:t>
            </a:r>
            <a:r>
              <a:rPr dirty="0" sz="1100" spc="5">
                <a:solidFill>
                  <a:srgbClr val="1F1F1F"/>
                </a:solidFill>
                <a:latin typeface="Calibri"/>
                <a:cs typeface="Calibri"/>
              </a:rPr>
              <a:t>i</a:t>
            </a:r>
            <a:r>
              <a:rPr dirty="0" sz="1100" spc="-15">
                <a:solidFill>
                  <a:srgbClr val="1F1F1F"/>
                </a:solidFill>
                <a:latin typeface="Calibri"/>
                <a:cs typeface="Calibri"/>
              </a:rPr>
              <a:t>c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s</a:t>
            </a:r>
            <a:r>
              <a:rPr dirty="0" sz="1100">
                <a:solidFill>
                  <a:srgbClr val="1F1F1F"/>
                </a:solidFill>
                <a:latin typeface="Calibri"/>
                <a:cs typeface="Calibri"/>
              </a:rPr>
              <a:t>    </a:t>
            </a:r>
            <a:r>
              <a:rPr dirty="0" sz="1100" spc="10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F1F1F"/>
                </a:solidFill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algn="r" marR="526415">
              <a:lnSpc>
                <a:spcPct val="100000"/>
              </a:lnSpc>
              <a:spcBef>
                <a:spcPts val="935"/>
              </a:spcBef>
            </a:pPr>
            <a:r>
              <a:rPr dirty="0" baseline="5050" sz="1650" spc="-262">
                <a:solidFill>
                  <a:srgbClr val="1F1F1F"/>
                </a:solidFill>
                <a:latin typeface="Calibri"/>
                <a:cs typeface="Calibri"/>
              </a:rPr>
              <a:t>.</a:t>
            </a:r>
            <a:r>
              <a:rPr dirty="0" sz="1100" spc="-175">
                <a:solidFill>
                  <a:srgbClr val="1F1F1F"/>
                </a:solidFill>
                <a:latin typeface="Calibri"/>
                <a:cs typeface="Calibri"/>
              </a:rPr>
              <a:t>دنک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2C74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Amirshayan</dc:creator>
  <dcterms:created xsi:type="dcterms:W3CDTF">2023-12-22T17:48:03Z</dcterms:created>
  <dcterms:modified xsi:type="dcterms:W3CDTF">2023-12-22T17:48:03Z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2023-12-22T00:00:00Z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2023-12-22T00:00:00Z</vt:filetime>
  </property>
</Properties>
</file>